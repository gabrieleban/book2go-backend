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45"/>
  </p:notesMasterIdLst>
  <p:sldIdLst>
    <p:sldId id="256" r:id="rId2"/>
    <p:sldId id="257" r:id="rId3"/>
    <p:sldId id="280" r:id="rId4"/>
    <p:sldId id="281" r:id="rId5"/>
    <p:sldId id="277" r:id="rId6"/>
    <p:sldId id="325" r:id="rId7"/>
    <p:sldId id="284" r:id="rId8"/>
    <p:sldId id="283" r:id="rId9"/>
    <p:sldId id="278" r:id="rId10"/>
    <p:sldId id="306" r:id="rId11"/>
    <p:sldId id="319" r:id="rId12"/>
    <p:sldId id="299" r:id="rId13"/>
    <p:sldId id="321" r:id="rId14"/>
    <p:sldId id="330" r:id="rId15"/>
    <p:sldId id="318" r:id="rId16"/>
    <p:sldId id="322" r:id="rId17"/>
    <p:sldId id="320" r:id="rId18"/>
    <p:sldId id="324" r:id="rId19"/>
    <p:sldId id="329" r:id="rId20"/>
    <p:sldId id="328" r:id="rId21"/>
    <p:sldId id="308" r:id="rId22"/>
    <p:sldId id="314" r:id="rId23"/>
    <p:sldId id="310" r:id="rId24"/>
    <p:sldId id="311" r:id="rId25"/>
    <p:sldId id="323" r:id="rId26"/>
    <p:sldId id="309" r:id="rId27"/>
    <p:sldId id="312" r:id="rId28"/>
    <p:sldId id="313" r:id="rId29"/>
    <p:sldId id="315" r:id="rId30"/>
    <p:sldId id="316" r:id="rId31"/>
    <p:sldId id="267" r:id="rId32"/>
    <p:sldId id="282" r:id="rId33"/>
    <p:sldId id="317" r:id="rId34"/>
    <p:sldId id="307" r:id="rId35"/>
    <p:sldId id="301" r:id="rId36"/>
    <p:sldId id="300" r:id="rId37"/>
    <p:sldId id="302" r:id="rId38"/>
    <p:sldId id="303" r:id="rId39"/>
    <p:sldId id="269" r:id="rId40"/>
    <p:sldId id="272" r:id="rId41"/>
    <p:sldId id="326" r:id="rId42"/>
    <p:sldId id="327" r:id="rId43"/>
    <p:sldId id="275" r:id="rId44"/>
  </p:sldIdLst>
  <p:sldSz cx="9144000" cy="5143500" type="screen16x9"/>
  <p:notesSz cx="7559675" cy="10691813"/>
  <p:embeddedFontLst>
    <p:embeddedFont>
      <p:font typeface="Lato" panose="020F0502020204030203" pitchFamily="34" charset="0"/>
      <p:regular r:id="rId46"/>
      <p:bold r:id="rId47"/>
      <p:italic r:id="rId48"/>
      <p:boldItalic r:id="rId49"/>
    </p:embeddedFont>
    <p:embeddedFont>
      <p:font typeface="Montserrat" panose="00000500000000000000" pitchFamily="2" charset="0"/>
      <p:regular r:id="rId50"/>
      <p:bold r:id="rId51"/>
      <p:italic r:id="rId52"/>
      <p:boldItalic r:id="rId53"/>
    </p:embeddedFont>
    <p:embeddedFont>
      <p:font typeface="Nunito"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3" d="100"/>
          <a:sy n="103" d="100"/>
        </p:scale>
        <p:origin x="9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font" Target="fonts/font12.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sldNum" idx="12"/>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l" rtl="0">
              <a:lnSpc>
                <a:spcPct val="93000"/>
              </a:lnSpc>
              <a:spcBef>
                <a:spcPts val="0"/>
              </a:spcBef>
              <a:spcAft>
                <a:spcPts val="0"/>
              </a:spcAft>
              <a:buNone/>
            </a:pPr>
            <a:fld id="{00000000-1234-1234-1234-123412341234}" type="slidenum">
              <a:rPr lang="en-US" sz="1800" b="0" i="0" u="none" strike="noStrike" cap="none">
                <a:solidFill>
                  <a:srgbClr val="000000"/>
                </a:solidFill>
                <a:latin typeface="Arial"/>
                <a:ea typeface="Arial"/>
                <a:cs typeface="Arial"/>
                <a:sym typeface="Arial"/>
              </a:rPr>
              <a:t>‹N›</a:t>
            </a:fld>
            <a:endParaRPr/>
          </a:p>
        </p:txBody>
      </p:sp>
      <p:sp>
        <p:nvSpPr>
          <p:cNvPr id="4" name="Google Shape;4;n"/>
          <p:cNvSpPr/>
          <p:nvPr/>
        </p:nvSpPr>
        <p:spPr>
          <a:xfrm>
            <a:off x="0" y="0"/>
            <a:ext cx="7559675" cy="10691812"/>
          </a:xfrm>
          <a:prstGeom prst="roundRect">
            <a:avLst>
              <a:gd name="adj" fmla="val 4"/>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5" name="Google Shape;5;n"/>
          <p:cNvSpPr>
            <a:spLocks noGrp="1" noRot="1" noChangeAspect="1"/>
          </p:cNvSpPr>
          <p:nvPr>
            <p:ph type="sldImg" idx="2"/>
          </p:nvPr>
        </p:nvSpPr>
        <p:spPr>
          <a:xfrm>
            <a:off x="-298286" y="900112"/>
            <a:ext cx="8154600" cy="34386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720725" y="4679950"/>
            <a:ext cx="6116637" cy="5037137"/>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 name="Google Shape;7;n"/>
          <p:cNvSpPr txBox="1">
            <a:spLocks noGrp="1"/>
          </p:cNvSpPr>
          <p:nvPr>
            <p:ph type="hdr" idx="3"/>
          </p:nvPr>
        </p:nvSpPr>
        <p:spPr>
          <a:xfrm>
            <a:off x="0" y="0"/>
            <a:ext cx="3278187" cy="531812"/>
          </a:xfrm>
          <a:prstGeom prst="rect">
            <a:avLst/>
          </a:prstGeom>
          <a:noFill/>
          <a:ln>
            <a:noFill/>
          </a:ln>
        </p:spPr>
        <p:txBody>
          <a:bodyPr spcFirstLastPara="1" wrap="square" lIns="91425" tIns="91425" rIns="91425" bIns="91425" anchor="t" anchorCtr="0">
            <a:noAutofit/>
          </a:bodyPr>
          <a:lstStyle>
            <a:lvl1pPr marL="0" marR="0" lvl="0" indent="-88900" algn="l" rtl="0">
              <a:lnSpc>
                <a:spcPct val="93000"/>
              </a:lnSpc>
              <a:spcBef>
                <a:spcPts val="0"/>
              </a:spcBef>
              <a:spcAft>
                <a:spcPts val="0"/>
              </a:spcAft>
              <a:buSzPts val="1400"/>
              <a:buChar char="●"/>
              <a:defRPr sz="1400" b="0" i="0" u="none" strike="noStrike" cap="none">
                <a:solidFill>
                  <a:srgbClr val="000000"/>
                </a:solidFill>
                <a:latin typeface="Times New Roman"/>
                <a:ea typeface="Times New Roman"/>
                <a:cs typeface="Times New Roman"/>
                <a:sym typeface="Times New Roman"/>
              </a:defRPr>
            </a:lvl1pPr>
            <a:lvl2pPr marL="742950" marR="0" lvl="1" indent="-37465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2pPr>
            <a:lvl3pPr marL="1143000" marR="0" lvl="2"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3pPr>
            <a:lvl4pPr marL="1600200" marR="0" lvl="3"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4pPr>
            <a:lvl5pPr marL="2057400" marR="0" lvl="4"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5pPr>
            <a:lvl6pPr marL="2514600" marR="0" lvl="5"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6pPr>
            <a:lvl7pPr marL="3429000" marR="0" lvl="6"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7pPr>
            <a:lvl8pPr marL="4800600" marR="0" lvl="7"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8pPr>
            <a:lvl9pPr marL="6629400" marR="0" lvl="8"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dt" idx="10"/>
          </p:nvPr>
        </p:nvSpPr>
        <p:spPr>
          <a:xfrm>
            <a:off x="4278312" y="0"/>
            <a:ext cx="3278187" cy="531812"/>
          </a:xfrm>
          <a:prstGeom prst="rect">
            <a:avLst/>
          </a:prstGeom>
          <a:noFill/>
          <a:ln>
            <a:noFill/>
          </a:ln>
        </p:spPr>
        <p:txBody>
          <a:bodyPr spcFirstLastPara="1" wrap="square" lIns="91425" tIns="91425" rIns="91425" bIns="91425" anchor="t" anchorCtr="0">
            <a:noAutofit/>
          </a:bodyPr>
          <a:lstStyle>
            <a:lvl1pPr marL="0" marR="0" lvl="0" indent="-88900" algn="r" rtl="0">
              <a:lnSpc>
                <a:spcPct val="93000"/>
              </a:lnSpc>
              <a:spcBef>
                <a:spcPts val="0"/>
              </a:spcBef>
              <a:spcAft>
                <a:spcPts val="0"/>
              </a:spcAft>
              <a:buSzPts val="1400"/>
              <a:buChar char="●"/>
              <a:defRPr sz="1400" b="0" i="0" u="none" strike="noStrike" cap="none">
                <a:solidFill>
                  <a:srgbClr val="000000"/>
                </a:solidFill>
                <a:latin typeface="Times New Roman"/>
                <a:ea typeface="Times New Roman"/>
                <a:cs typeface="Times New Roman"/>
                <a:sym typeface="Times New Roman"/>
              </a:defRPr>
            </a:lvl1pPr>
            <a:lvl2pPr marL="742950" marR="0" lvl="1" indent="-37465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2pPr>
            <a:lvl3pPr marL="1143000" marR="0" lvl="2"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3pPr>
            <a:lvl4pPr marL="1600200" marR="0" lvl="3"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4pPr>
            <a:lvl5pPr marL="2057400" marR="0" lvl="4"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5pPr>
            <a:lvl6pPr marL="2514600" marR="0" lvl="5"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6pPr>
            <a:lvl7pPr marL="3429000" marR="0" lvl="6"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7pPr>
            <a:lvl8pPr marL="4800600" marR="0" lvl="7"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8pPr>
            <a:lvl9pPr marL="6629400" marR="0" lvl="8"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9pPr>
          </a:lstStyle>
          <a:p>
            <a:endParaRPr/>
          </a:p>
        </p:txBody>
      </p:sp>
      <p:sp>
        <p:nvSpPr>
          <p:cNvPr id="9" name="Google Shape;9;n"/>
          <p:cNvSpPr txBox="1">
            <a:spLocks noGrp="1"/>
          </p:cNvSpPr>
          <p:nvPr>
            <p:ph type="ftr" idx="11"/>
          </p:nvPr>
        </p:nvSpPr>
        <p:spPr>
          <a:xfrm>
            <a:off x="0" y="10156825"/>
            <a:ext cx="3278187" cy="531812"/>
          </a:xfrm>
          <a:prstGeom prst="rect">
            <a:avLst/>
          </a:prstGeom>
          <a:noFill/>
          <a:ln>
            <a:noFill/>
          </a:ln>
        </p:spPr>
        <p:txBody>
          <a:bodyPr spcFirstLastPara="1" wrap="square" lIns="91425" tIns="91425" rIns="91425" bIns="91425" anchor="b" anchorCtr="0">
            <a:noAutofit/>
          </a:bodyPr>
          <a:lstStyle>
            <a:lvl1pPr marL="0" marR="0" lvl="0" indent="-88900" algn="l" rtl="0">
              <a:lnSpc>
                <a:spcPct val="93000"/>
              </a:lnSpc>
              <a:spcBef>
                <a:spcPts val="0"/>
              </a:spcBef>
              <a:spcAft>
                <a:spcPts val="0"/>
              </a:spcAft>
              <a:buSzPts val="1400"/>
              <a:buChar char="●"/>
              <a:defRPr sz="1400" b="0" i="0" u="none" strike="noStrike" cap="none">
                <a:solidFill>
                  <a:srgbClr val="000000"/>
                </a:solidFill>
                <a:latin typeface="Times New Roman"/>
                <a:ea typeface="Times New Roman"/>
                <a:cs typeface="Times New Roman"/>
                <a:sym typeface="Times New Roman"/>
              </a:defRPr>
            </a:lvl1pPr>
            <a:lvl2pPr marL="742950" marR="0" lvl="1" indent="-37465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2pPr>
            <a:lvl3pPr marL="1143000" marR="0" lvl="2"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3pPr>
            <a:lvl4pPr marL="1600200" marR="0" lvl="3"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4pPr>
            <a:lvl5pPr marL="2057400" marR="0" lvl="4"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5pPr>
            <a:lvl6pPr marL="2514600" marR="0" lvl="5"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6pPr>
            <a:lvl7pPr marL="3429000" marR="0" lvl="6"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7pPr>
            <a:lvl8pPr marL="4800600" marR="0" lvl="7"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8pPr>
            <a:lvl9pPr marL="6629400" marR="0" lvl="8" indent="-317500" algn="l" rtl="0">
              <a:lnSpc>
                <a:spcPct val="93000"/>
              </a:lnSpc>
              <a:spcBef>
                <a:spcPts val="0"/>
              </a:spcBef>
              <a:spcAft>
                <a:spcPts val="0"/>
              </a:spcAft>
              <a:buSzPts val="1400"/>
              <a:buChar char="■"/>
              <a:defRPr sz="1800" b="0" i="0" u="none" strike="noStrike" cap="none">
                <a:solidFill>
                  <a:srgbClr val="000000"/>
                </a:solidFill>
                <a:latin typeface="Arial"/>
                <a:ea typeface="Arial"/>
                <a:cs typeface="Arial"/>
                <a:sym typeface="Arial"/>
              </a:defRPr>
            </a:lvl9pPr>
          </a:lstStyle>
          <a:p>
            <a:endParaRPr/>
          </a:p>
        </p:txBody>
      </p:sp>
      <p:sp>
        <p:nvSpPr>
          <p:cNvPr id="10" name="Google Shape;10;n"/>
          <p:cNvSpPr txBox="1">
            <a:spLocks noGrp="1"/>
          </p:cNvSpPr>
          <p:nvPr>
            <p:ph type="sldNum" idx="4"/>
          </p:nvPr>
        </p:nvSpPr>
        <p:spPr>
          <a:xfrm>
            <a:off x="4278312" y="10156825"/>
            <a:ext cx="3278187" cy="531812"/>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Font typeface="Times New Roman"/>
              <a:buNone/>
            </a:pPr>
            <a:fld id="{00000000-1234-1234-1234-123412341234}" type="slidenum">
              <a:rPr lang="en-US" sz="1400" b="0" i="0" u="none" strike="noStrike" cap="none">
                <a:solidFill>
                  <a:srgbClr val="000000"/>
                </a:solidFill>
                <a:latin typeface="Times New Roman"/>
                <a:ea typeface="Times New Roman"/>
                <a:cs typeface="Times New Roman"/>
                <a:sym typeface="Times New Roman"/>
              </a:rPr>
              <a:t>‹N›</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f8f8f3234_0_121:notes"/>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a:t>
            </a:fld>
            <a:endParaRPr sz="1400"/>
          </a:p>
        </p:txBody>
      </p:sp>
      <p:sp>
        <p:nvSpPr>
          <p:cNvPr id="138" name="Google Shape;138;g33f8f8f3234_0_121:notes"/>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3f8f8f3234_0_121:notes"/>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g33f8f8f3234_0_121:notes"/>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a:t>
            </a:fld>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e9326fde6_0_0:notes"/>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a:t>
            </a:fld>
            <a:endParaRPr sz="1400"/>
          </a:p>
        </p:txBody>
      </p:sp>
      <p:sp>
        <p:nvSpPr>
          <p:cNvPr id="148" name="Google Shape;148;g35e9326fde6_0_0:notes"/>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e9326fde6_0_0:notes"/>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35e9326fde6_0_0:notes"/>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a:t>
            </a:fld>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FB9FB864-397B-5BA9-9D8C-E02CE68ED440}"/>
            </a:ext>
          </a:extLst>
        </p:cNvPr>
        <p:cNvGrpSpPr/>
        <p:nvPr/>
      </p:nvGrpSpPr>
      <p:grpSpPr>
        <a:xfrm>
          <a:off x="0" y="0"/>
          <a:ext cx="0" cy="0"/>
          <a:chOff x="0" y="0"/>
          <a:chExt cx="0" cy="0"/>
        </a:xfrm>
      </p:grpSpPr>
      <p:sp>
        <p:nvSpPr>
          <p:cNvPr id="147" name="Google Shape;147;g35e9326fde6_0_0:notes">
            <a:extLst>
              <a:ext uri="{FF2B5EF4-FFF2-40B4-BE49-F238E27FC236}">
                <a16:creationId xmlns:a16="http://schemas.microsoft.com/office/drawing/2014/main" id="{5E729960-6001-331C-A242-BE6B5775727C}"/>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a:t>
            </a:fld>
            <a:endParaRPr sz="1400"/>
          </a:p>
        </p:txBody>
      </p:sp>
      <p:sp>
        <p:nvSpPr>
          <p:cNvPr id="148" name="Google Shape;148;g35e9326fde6_0_0:notes">
            <a:extLst>
              <a:ext uri="{FF2B5EF4-FFF2-40B4-BE49-F238E27FC236}">
                <a16:creationId xmlns:a16="http://schemas.microsoft.com/office/drawing/2014/main" id="{32A2E8AC-2C67-FFF9-C770-6EA960264D3F}"/>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e9326fde6_0_0:notes">
            <a:extLst>
              <a:ext uri="{FF2B5EF4-FFF2-40B4-BE49-F238E27FC236}">
                <a16:creationId xmlns:a16="http://schemas.microsoft.com/office/drawing/2014/main" id="{7765A237-3239-1364-B225-CF8E3FF93842}"/>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35e9326fde6_0_0:notes">
            <a:extLst>
              <a:ext uri="{FF2B5EF4-FFF2-40B4-BE49-F238E27FC236}">
                <a16:creationId xmlns:a16="http://schemas.microsoft.com/office/drawing/2014/main" id="{621BB7C0-B5EC-79E7-2221-8A5FD018FA35}"/>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a:t>
            </a:fld>
            <a:endParaRPr>
              <a:latin typeface="Arial"/>
              <a:ea typeface="Arial"/>
              <a:cs typeface="Arial"/>
              <a:sym typeface="Arial"/>
            </a:endParaRPr>
          </a:p>
        </p:txBody>
      </p:sp>
    </p:spTree>
    <p:extLst>
      <p:ext uri="{BB962C8B-B14F-4D97-AF65-F5344CB8AC3E}">
        <p14:creationId xmlns:p14="http://schemas.microsoft.com/office/powerpoint/2010/main" val="1098677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8BACA252-5D2D-33D5-423A-0CF941F0A9AF}"/>
            </a:ext>
          </a:extLst>
        </p:cNvPr>
        <p:cNvGrpSpPr/>
        <p:nvPr/>
      </p:nvGrpSpPr>
      <p:grpSpPr>
        <a:xfrm>
          <a:off x="0" y="0"/>
          <a:ext cx="0" cy="0"/>
          <a:chOff x="0" y="0"/>
          <a:chExt cx="0" cy="0"/>
        </a:xfrm>
      </p:grpSpPr>
      <p:sp>
        <p:nvSpPr>
          <p:cNvPr id="147" name="Google Shape;147;g35e9326fde6_0_0:notes">
            <a:extLst>
              <a:ext uri="{FF2B5EF4-FFF2-40B4-BE49-F238E27FC236}">
                <a16:creationId xmlns:a16="http://schemas.microsoft.com/office/drawing/2014/main" id="{B0D51DE0-C25C-30C1-860F-E2FAA84C5075}"/>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4</a:t>
            </a:fld>
            <a:endParaRPr sz="1400"/>
          </a:p>
        </p:txBody>
      </p:sp>
      <p:sp>
        <p:nvSpPr>
          <p:cNvPr id="148" name="Google Shape;148;g35e9326fde6_0_0:notes">
            <a:extLst>
              <a:ext uri="{FF2B5EF4-FFF2-40B4-BE49-F238E27FC236}">
                <a16:creationId xmlns:a16="http://schemas.microsoft.com/office/drawing/2014/main" id="{12434FDF-22CA-E09D-FC2A-C6128B95B7ED}"/>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e9326fde6_0_0:notes">
            <a:extLst>
              <a:ext uri="{FF2B5EF4-FFF2-40B4-BE49-F238E27FC236}">
                <a16:creationId xmlns:a16="http://schemas.microsoft.com/office/drawing/2014/main" id="{625F3F13-6776-134E-CD92-600E1AFD7033}"/>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35e9326fde6_0_0:notes">
            <a:extLst>
              <a:ext uri="{FF2B5EF4-FFF2-40B4-BE49-F238E27FC236}">
                <a16:creationId xmlns:a16="http://schemas.microsoft.com/office/drawing/2014/main" id="{5FF7809B-DE1A-72DB-BE40-3F695B8407CE}"/>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4</a:t>
            </a:fld>
            <a:endParaRPr>
              <a:latin typeface="Arial"/>
              <a:ea typeface="Arial"/>
              <a:cs typeface="Arial"/>
              <a:sym typeface="Arial"/>
            </a:endParaRPr>
          </a:p>
        </p:txBody>
      </p:sp>
    </p:spTree>
    <p:extLst>
      <p:ext uri="{BB962C8B-B14F-4D97-AF65-F5344CB8AC3E}">
        <p14:creationId xmlns:p14="http://schemas.microsoft.com/office/powerpoint/2010/main" val="34873540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2E5E4DAA-9481-EFFA-1223-377C42DB153E}"/>
            </a:ext>
          </a:extLst>
        </p:cNvPr>
        <p:cNvGrpSpPr/>
        <p:nvPr/>
      </p:nvGrpSpPr>
      <p:grpSpPr>
        <a:xfrm>
          <a:off x="0" y="0"/>
          <a:ext cx="0" cy="0"/>
          <a:chOff x="0" y="0"/>
          <a:chExt cx="0" cy="0"/>
        </a:xfrm>
      </p:grpSpPr>
      <p:sp>
        <p:nvSpPr>
          <p:cNvPr id="147" name="Google Shape;147;g35e9326fde6_0_0:notes">
            <a:extLst>
              <a:ext uri="{FF2B5EF4-FFF2-40B4-BE49-F238E27FC236}">
                <a16:creationId xmlns:a16="http://schemas.microsoft.com/office/drawing/2014/main" id="{929D8DDA-041A-9E5B-A7DC-104A455E5642}"/>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5</a:t>
            </a:fld>
            <a:endParaRPr sz="1400"/>
          </a:p>
        </p:txBody>
      </p:sp>
      <p:sp>
        <p:nvSpPr>
          <p:cNvPr id="148" name="Google Shape;148;g35e9326fde6_0_0:notes">
            <a:extLst>
              <a:ext uri="{FF2B5EF4-FFF2-40B4-BE49-F238E27FC236}">
                <a16:creationId xmlns:a16="http://schemas.microsoft.com/office/drawing/2014/main" id="{88859445-BC1B-2EDB-D04A-C4E9A6857B8D}"/>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e9326fde6_0_0:notes">
            <a:extLst>
              <a:ext uri="{FF2B5EF4-FFF2-40B4-BE49-F238E27FC236}">
                <a16:creationId xmlns:a16="http://schemas.microsoft.com/office/drawing/2014/main" id="{03004D28-F3B1-19A2-525C-15E32AD6403A}"/>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35e9326fde6_0_0:notes">
            <a:extLst>
              <a:ext uri="{FF2B5EF4-FFF2-40B4-BE49-F238E27FC236}">
                <a16:creationId xmlns:a16="http://schemas.microsoft.com/office/drawing/2014/main" id="{9A3A371B-CACB-B5AC-08C1-381BDC657356}"/>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5</a:t>
            </a:fld>
            <a:endParaRPr>
              <a:latin typeface="Arial"/>
              <a:ea typeface="Arial"/>
              <a:cs typeface="Arial"/>
              <a:sym typeface="Arial"/>
            </a:endParaRPr>
          </a:p>
        </p:txBody>
      </p:sp>
    </p:spTree>
    <p:extLst>
      <p:ext uri="{BB962C8B-B14F-4D97-AF65-F5344CB8AC3E}">
        <p14:creationId xmlns:p14="http://schemas.microsoft.com/office/powerpoint/2010/main" val="3270609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5EACE1D0-8CFA-804C-DBE1-D1FECCC3D5A0}"/>
            </a:ext>
          </a:extLst>
        </p:cNvPr>
        <p:cNvGrpSpPr/>
        <p:nvPr/>
      </p:nvGrpSpPr>
      <p:grpSpPr>
        <a:xfrm>
          <a:off x="0" y="0"/>
          <a:ext cx="0" cy="0"/>
          <a:chOff x="0" y="0"/>
          <a:chExt cx="0" cy="0"/>
        </a:xfrm>
      </p:grpSpPr>
      <p:sp>
        <p:nvSpPr>
          <p:cNvPr id="147" name="Google Shape;147;g35e9326fde6_0_0:notes">
            <a:extLst>
              <a:ext uri="{FF2B5EF4-FFF2-40B4-BE49-F238E27FC236}">
                <a16:creationId xmlns:a16="http://schemas.microsoft.com/office/drawing/2014/main" id="{EEC7743C-067F-A07B-0A8A-CECFD53315B5}"/>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7</a:t>
            </a:fld>
            <a:endParaRPr sz="1400"/>
          </a:p>
        </p:txBody>
      </p:sp>
      <p:sp>
        <p:nvSpPr>
          <p:cNvPr id="148" name="Google Shape;148;g35e9326fde6_0_0:notes">
            <a:extLst>
              <a:ext uri="{FF2B5EF4-FFF2-40B4-BE49-F238E27FC236}">
                <a16:creationId xmlns:a16="http://schemas.microsoft.com/office/drawing/2014/main" id="{7AD7A759-7B9A-4058-33BB-91D9A577463A}"/>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e9326fde6_0_0:notes">
            <a:extLst>
              <a:ext uri="{FF2B5EF4-FFF2-40B4-BE49-F238E27FC236}">
                <a16:creationId xmlns:a16="http://schemas.microsoft.com/office/drawing/2014/main" id="{85FAEEB3-8491-D8DC-9016-9FD478195271}"/>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35e9326fde6_0_0:notes">
            <a:extLst>
              <a:ext uri="{FF2B5EF4-FFF2-40B4-BE49-F238E27FC236}">
                <a16:creationId xmlns:a16="http://schemas.microsoft.com/office/drawing/2014/main" id="{615C4DFB-39BD-518E-E658-C9F5AD0A8986}"/>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7</a:t>
            </a:fld>
            <a:endParaRPr>
              <a:latin typeface="Arial"/>
              <a:ea typeface="Arial"/>
              <a:cs typeface="Arial"/>
              <a:sym typeface="Arial"/>
            </a:endParaRPr>
          </a:p>
        </p:txBody>
      </p:sp>
    </p:spTree>
    <p:extLst>
      <p:ext uri="{BB962C8B-B14F-4D97-AF65-F5344CB8AC3E}">
        <p14:creationId xmlns:p14="http://schemas.microsoft.com/office/powerpoint/2010/main" val="658713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5DB0AE47-921F-6251-9656-705056983D6E}"/>
            </a:ext>
          </a:extLst>
        </p:cNvPr>
        <p:cNvGrpSpPr/>
        <p:nvPr/>
      </p:nvGrpSpPr>
      <p:grpSpPr>
        <a:xfrm>
          <a:off x="0" y="0"/>
          <a:ext cx="0" cy="0"/>
          <a:chOff x="0" y="0"/>
          <a:chExt cx="0" cy="0"/>
        </a:xfrm>
      </p:grpSpPr>
      <p:sp>
        <p:nvSpPr>
          <p:cNvPr id="147" name="Google Shape;147;g35e9326fde6_0_0:notes">
            <a:extLst>
              <a:ext uri="{FF2B5EF4-FFF2-40B4-BE49-F238E27FC236}">
                <a16:creationId xmlns:a16="http://schemas.microsoft.com/office/drawing/2014/main" id="{487E33E8-703E-29B6-204A-3E241057A3B9}"/>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8</a:t>
            </a:fld>
            <a:endParaRPr sz="1400"/>
          </a:p>
        </p:txBody>
      </p:sp>
      <p:sp>
        <p:nvSpPr>
          <p:cNvPr id="148" name="Google Shape;148;g35e9326fde6_0_0:notes">
            <a:extLst>
              <a:ext uri="{FF2B5EF4-FFF2-40B4-BE49-F238E27FC236}">
                <a16:creationId xmlns:a16="http://schemas.microsoft.com/office/drawing/2014/main" id="{1455A260-B50C-6966-2D89-1C97D4DF1A3E}"/>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e9326fde6_0_0:notes">
            <a:extLst>
              <a:ext uri="{FF2B5EF4-FFF2-40B4-BE49-F238E27FC236}">
                <a16:creationId xmlns:a16="http://schemas.microsoft.com/office/drawing/2014/main" id="{1BB8C903-83C8-8176-AC97-2BC49F0E65D5}"/>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g35e9326fde6_0_0:notes">
            <a:extLst>
              <a:ext uri="{FF2B5EF4-FFF2-40B4-BE49-F238E27FC236}">
                <a16:creationId xmlns:a16="http://schemas.microsoft.com/office/drawing/2014/main" id="{E16567A3-8724-5C5E-33BC-9C7F67D4FDE2}"/>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8</a:t>
            </a:fld>
            <a:endParaRPr>
              <a:latin typeface="Arial"/>
              <a:ea typeface="Arial"/>
              <a:cs typeface="Arial"/>
              <a:sym typeface="Arial"/>
            </a:endParaRPr>
          </a:p>
        </p:txBody>
      </p:sp>
    </p:spTree>
    <p:extLst>
      <p:ext uri="{BB962C8B-B14F-4D97-AF65-F5344CB8AC3E}">
        <p14:creationId xmlns:p14="http://schemas.microsoft.com/office/powerpoint/2010/main" val="3343584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131E53D-C8C4-2E9B-D103-AEC32EAC55C6}"/>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32CF3210-C7A3-1034-461B-329C836FBEA4}"/>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11</a:t>
            </a:fld>
            <a:endParaRPr sz="1400"/>
          </a:p>
        </p:txBody>
      </p:sp>
      <p:sp>
        <p:nvSpPr>
          <p:cNvPr id="250" name="Google Shape;250;g35df3fc2c77_0_40:notes">
            <a:extLst>
              <a:ext uri="{FF2B5EF4-FFF2-40B4-BE49-F238E27FC236}">
                <a16:creationId xmlns:a16="http://schemas.microsoft.com/office/drawing/2014/main" id="{C0EEF175-EC63-4BF6-6889-50087950B270}"/>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F9F759D1-1193-D7E7-C1EB-FA56F0030B14}"/>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B7BD5FF2-609E-E01E-55A7-BB46CDF8270A}"/>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11</a:t>
            </a:fld>
            <a:endParaRPr>
              <a:latin typeface="Arial"/>
              <a:ea typeface="Arial"/>
              <a:cs typeface="Arial"/>
              <a:sym typeface="Arial"/>
            </a:endParaRPr>
          </a:p>
        </p:txBody>
      </p:sp>
    </p:spTree>
    <p:extLst>
      <p:ext uri="{BB962C8B-B14F-4D97-AF65-F5344CB8AC3E}">
        <p14:creationId xmlns:p14="http://schemas.microsoft.com/office/powerpoint/2010/main" val="3134433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F47BD20-03B3-582C-BAB0-EE3857023C6A}"/>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6AB27F48-8F6D-67D0-71DA-F4979E56F51D}"/>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12</a:t>
            </a:fld>
            <a:endParaRPr sz="1400"/>
          </a:p>
        </p:txBody>
      </p:sp>
      <p:sp>
        <p:nvSpPr>
          <p:cNvPr id="250" name="Google Shape;250;g35df3fc2c77_0_40:notes">
            <a:extLst>
              <a:ext uri="{FF2B5EF4-FFF2-40B4-BE49-F238E27FC236}">
                <a16:creationId xmlns:a16="http://schemas.microsoft.com/office/drawing/2014/main" id="{6F5A37C9-BC7A-33E0-F2EF-8B9227B2367D}"/>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7BB8B4F6-EF39-E048-0D68-CBABAFCD3361}"/>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AC04D175-4FEF-B46D-8C1F-4A938F0B5B8E}"/>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12</a:t>
            </a:fld>
            <a:endParaRPr>
              <a:latin typeface="Arial"/>
              <a:ea typeface="Arial"/>
              <a:cs typeface="Arial"/>
              <a:sym typeface="Arial"/>
            </a:endParaRPr>
          </a:p>
        </p:txBody>
      </p:sp>
    </p:spTree>
    <p:extLst>
      <p:ext uri="{BB962C8B-B14F-4D97-AF65-F5344CB8AC3E}">
        <p14:creationId xmlns:p14="http://schemas.microsoft.com/office/powerpoint/2010/main" val="4003011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2C15D467-3980-3443-DDA9-78811DCA64A7}"/>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C62536DE-7967-91C0-450B-5A1156B33CF4}"/>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13</a:t>
            </a:fld>
            <a:endParaRPr sz="1400"/>
          </a:p>
        </p:txBody>
      </p:sp>
      <p:sp>
        <p:nvSpPr>
          <p:cNvPr id="250" name="Google Shape;250;g35df3fc2c77_0_40:notes">
            <a:extLst>
              <a:ext uri="{FF2B5EF4-FFF2-40B4-BE49-F238E27FC236}">
                <a16:creationId xmlns:a16="http://schemas.microsoft.com/office/drawing/2014/main" id="{194C0C03-83D5-B302-F8B1-2788987B0856}"/>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998EECC5-B5AB-C855-8316-BD1196EBEE30}"/>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771F498B-6F55-1FA6-90DE-BBD2DF377F74}"/>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13</a:t>
            </a:fld>
            <a:endParaRPr>
              <a:latin typeface="Arial"/>
              <a:ea typeface="Arial"/>
              <a:cs typeface="Arial"/>
              <a:sym typeface="Arial"/>
            </a:endParaRPr>
          </a:p>
        </p:txBody>
      </p:sp>
    </p:spTree>
    <p:extLst>
      <p:ext uri="{BB962C8B-B14F-4D97-AF65-F5344CB8AC3E}">
        <p14:creationId xmlns:p14="http://schemas.microsoft.com/office/powerpoint/2010/main" val="28970087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C13CA53D-81C8-2F0E-FC84-17D4F99FAAD4}"/>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6C371835-0772-8CD6-2A4E-790AED841425}"/>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14</a:t>
            </a:fld>
            <a:endParaRPr sz="1400"/>
          </a:p>
        </p:txBody>
      </p:sp>
      <p:sp>
        <p:nvSpPr>
          <p:cNvPr id="250" name="Google Shape;250;g35df3fc2c77_0_40:notes">
            <a:extLst>
              <a:ext uri="{FF2B5EF4-FFF2-40B4-BE49-F238E27FC236}">
                <a16:creationId xmlns:a16="http://schemas.microsoft.com/office/drawing/2014/main" id="{5CEF4CC1-8983-193A-08E4-E32FBF6C1F59}"/>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82A8CA08-9D29-BFEE-802C-225B0A514E44}"/>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D31B2B4E-9ECF-7C82-6B86-CE611D727FF1}"/>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14</a:t>
            </a:fld>
            <a:endParaRPr>
              <a:latin typeface="Arial"/>
              <a:ea typeface="Arial"/>
              <a:cs typeface="Arial"/>
              <a:sym typeface="Arial"/>
            </a:endParaRPr>
          </a:p>
        </p:txBody>
      </p:sp>
    </p:spTree>
    <p:extLst>
      <p:ext uri="{BB962C8B-B14F-4D97-AF65-F5344CB8AC3E}">
        <p14:creationId xmlns:p14="http://schemas.microsoft.com/office/powerpoint/2010/main" val="919350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5B03A67F-F0E9-B0A5-2C95-FEBBA762324D}"/>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2D485E32-9A69-B3E3-FFBC-653F866F13D5}"/>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15</a:t>
            </a:fld>
            <a:endParaRPr sz="1400"/>
          </a:p>
        </p:txBody>
      </p:sp>
      <p:sp>
        <p:nvSpPr>
          <p:cNvPr id="250" name="Google Shape;250;g35df3fc2c77_0_40:notes">
            <a:extLst>
              <a:ext uri="{FF2B5EF4-FFF2-40B4-BE49-F238E27FC236}">
                <a16:creationId xmlns:a16="http://schemas.microsoft.com/office/drawing/2014/main" id="{1094A937-FDCC-F3D7-098C-A9405F2D8DA6}"/>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73FEDD70-873B-85AE-512E-6BFCDDB41BD2}"/>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90E366C2-6E1C-2ADF-B8C1-48A78F6C546F}"/>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15</a:t>
            </a:fld>
            <a:endParaRPr>
              <a:latin typeface="Arial"/>
              <a:ea typeface="Arial"/>
              <a:cs typeface="Arial"/>
              <a:sym typeface="Arial"/>
            </a:endParaRPr>
          </a:p>
        </p:txBody>
      </p:sp>
    </p:spTree>
    <p:extLst>
      <p:ext uri="{BB962C8B-B14F-4D97-AF65-F5344CB8AC3E}">
        <p14:creationId xmlns:p14="http://schemas.microsoft.com/office/powerpoint/2010/main" val="262099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1EAE93C4-10C1-1595-A847-E703B4B7A5FC}"/>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7ED5CDA5-27D7-03FB-1437-A73B88193D43}"/>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16</a:t>
            </a:fld>
            <a:endParaRPr sz="1400"/>
          </a:p>
        </p:txBody>
      </p:sp>
      <p:sp>
        <p:nvSpPr>
          <p:cNvPr id="250" name="Google Shape;250;g35df3fc2c77_0_40:notes">
            <a:extLst>
              <a:ext uri="{FF2B5EF4-FFF2-40B4-BE49-F238E27FC236}">
                <a16:creationId xmlns:a16="http://schemas.microsoft.com/office/drawing/2014/main" id="{6D19543A-49F4-F4F6-C0C3-DB27D1BDA9E9}"/>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7BD1454E-0840-352B-4BD0-2946BCC4B0F5}"/>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E69DE1E1-7128-7F95-8FCD-746C2557B1DC}"/>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16</a:t>
            </a:fld>
            <a:endParaRPr>
              <a:latin typeface="Arial"/>
              <a:ea typeface="Arial"/>
              <a:cs typeface="Arial"/>
              <a:sym typeface="Arial"/>
            </a:endParaRPr>
          </a:p>
        </p:txBody>
      </p:sp>
    </p:spTree>
    <p:extLst>
      <p:ext uri="{BB962C8B-B14F-4D97-AF65-F5344CB8AC3E}">
        <p14:creationId xmlns:p14="http://schemas.microsoft.com/office/powerpoint/2010/main" val="17834170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1E5FF539-D5DE-FF8B-DA2A-754F9EC49607}"/>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63316A0F-9C57-228F-1793-FEE15F1F2BB7}"/>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17</a:t>
            </a:fld>
            <a:endParaRPr sz="1400"/>
          </a:p>
        </p:txBody>
      </p:sp>
      <p:sp>
        <p:nvSpPr>
          <p:cNvPr id="250" name="Google Shape;250;g35df3fc2c77_0_40:notes">
            <a:extLst>
              <a:ext uri="{FF2B5EF4-FFF2-40B4-BE49-F238E27FC236}">
                <a16:creationId xmlns:a16="http://schemas.microsoft.com/office/drawing/2014/main" id="{18C062FE-EB40-5A8A-1063-F9D6B0A6B658}"/>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E26995E0-5F98-14E3-D764-4DF115F2E954}"/>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611BBE92-363F-97C4-62B0-DE86939CDA4B}"/>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17</a:t>
            </a:fld>
            <a:endParaRPr>
              <a:latin typeface="Arial"/>
              <a:ea typeface="Arial"/>
              <a:cs typeface="Arial"/>
              <a:sym typeface="Arial"/>
            </a:endParaRPr>
          </a:p>
        </p:txBody>
      </p:sp>
    </p:spTree>
    <p:extLst>
      <p:ext uri="{BB962C8B-B14F-4D97-AF65-F5344CB8AC3E}">
        <p14:creationId xmlns:p14="http://schemas.microsoft.com/office/powerpoint/2010/main" val="3186266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0F2BBE5B-5F3C-265D-CDC5-0A3FCB1C63B6}"/>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58719164-F079-CA14-B8A8-EE21A4E80DA9}"/>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18</a:t>
            </a:fld>
            <a:endParaRPr sz="1400"/>
          </a:p>
        </p:txBody>
      </p:sp>
      <p:sp>
        <p:nvSpPr>
          <p:cNvPr id="250" name="Google Shape;250;g35df3fc2c77_0_40:notes">
            <a:extLst>
              <a:ext uri="{FF2B5EF4-FFF2-40B4-BE49-F238E27FC236}">
                <a16:creationId xmlns:a16="http://schemas.microsoft.com/office/drawing/2014/main" id="{7F165A75-4F59-2425-79DC-BA40905B3075}"/>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81D47E11-CEFB-AA12-4F38-EB56EF67C09A}"/>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EA1EC2AA-61CE-A38F-0691-8C04236B574C}"/>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18</a:t>
            </a:fld>
            <a:endParaRPr>
              <a:latin typeface="Arial"/>
              <a:ea typeface="Arial"/>
              <a:cs typeface="Arial"/>
              <a:sym typeface="Arial"/>
            </a:endParaRPr>
          </a:p>
        </p:txBody>
      </p:sp>
    </p:spTree>
    <p:extLst>
      <p:ext uri="{BB962C8B-B14F-4D97-AF65-F5344CB8AC3E}">
        <p14:creationId xmlns:p14="http://schemas.microsoft.com/office/powerpoint/2010/main" val="2005354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740DF144-3D4D-6B48-68B1-FD7CD3CA15C1}"/>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831D4281-4355-E8A5-7463-027BA4B700A3}"/>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19</a:t>
            </a:fld>
            <a:endParaRPr sz="1400"/>
          </a:p>
        </p:txBody>
      </p:sp>
      <p:sp>
        <p:nvSpPr>
          <p:cNvPr id="250" name="Google Shape;250;g35df3fc2c77_0_40:notes">
            <a:extLst>
              <a:ext uri="{FF2B5EF4-FFF2-40B4-BE49-F238E27FC236}">
                <a16:creationId xmlns:a16="http://schemas.microsoft.com/office/drawing/2014/main" id="{1CD59D06-E9B3-32CF-77DE-9FAEFADE01E6}"/>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2788C1CC-4BD4-3D30-336D-5E1784354E66}"/>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6C42B232-E250-A28C-4F9F-67EF1A8510BF}"/>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19</a:t>
            </a:fld>
            <a:endParaRPr>
              <a:latin typeface="Arial"/>
              <a:ea typeface="Arial"/>
              <a:cs typeface="Arial"/>
              <a:sym typeface="Arial"/>
            </a:endParaRPr>
          </a:p>
        </p:txBody>
      </p:sp>
    </p:spTree>
    <p:extLst>
      <p:ext uri="{BB962C8B-B14F-4D97-AF65-F5344CB8AC3E}">
        <p14:creationId xmlns:p14="http://schemas.microsoft.com/office/powerpoint/2010/main" val="4013935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5C3BD2B-1690-8B4E-9DBB-11468F980478}"/>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7F3F3E45-F5CF-7257-CCE9-E50B7D674363}"/>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20</a:t>
            </a:fld>
            <a:endParaRPr sz="1400"/>
          </a:p>
        </p:txBody>
      </p:sp>
      <p:sp>
        <p:nvSpPr>
          <p:cNvPr id="250" name="Google Shape;250;g35df3fc2c77_0_40:notes">
            <a:extLst>
              <a:ext uri="{FF2B5EF4-FFF2-40B4-BE49-F238E27FC236}">
                <a16:creationId xmlns:a16="http://schemas.microsoft.com/office/drawing/2014/main" id="{CB6490B1-8CE7-5FEE-E44D-A8953073D424}"/>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BE62D10F-544E-BB51-6CDC-2F8A897303AD}"/>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42405EBC-F1A5-97C0-B984-0C76690E723A}"/>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20</a:t>
            </a:fld>
            <a:endParaRPr>
              <a:latin typeface="Arial"/>
              <a:ea typeface="Arial"/>
              <a:cs typeface="Arial"/>
              <a:sym typeface="Arial"/>
            </a:endParaRPr>
          </a:p>
        </p:txBody>
      </p:sp>
    </p:spTree>
    <p:extLst>
      <p:ext uri="{BB962C8B-B14F-4D97-AF65-F5344CB8AC3E}">
        <p14:creationId xmlns:p14="http://schemas.microsoft.com/office/powerpoint/2010/main" val="2067989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10FBF918-2C37-8798-FE53-1FE06569CE32}"/>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322D68AD-6812-A389-C99C-55D0570F12C7}"/>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21</a:t>
            </a:fld>
            <a:endParaRPr sz="1400"/>
          </a:p>
        </p:txBody>
      </p:sp>
      <p:sp>
        <p:nvSpPr>
          <p:cNvPr id="250" name="Google Shape;250;g35df3fc2c77_0_40:notes">
            <a:extLst>
              <a:ext uri="{FF2B5EF4-FFF2-40B4-BE49-F238E27FC236}">
                <a16:creationId xmlns:a16="http://schemas.microsoft.com/office/drawing/2014/main" id="{B1A621BF-C62F-3501-D3CB-BC293F15047C}"/>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1AFE1D0D-A23C-1A7B-25EC-45F4561E7A61}"/>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2AB40C50-2A95-D033-F7A8-ED7ABF5FD4B0}"/>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21</a:t>
            </a:fld>
            <a:endParaRPr>
              <a:latin typeface="Arial"/>
              <a:ea typeface="Arial"/>
              <a:cs typeface="Arial"/>
              <a:sym typeface="Arial"/>
            </a:endParaRPr>
          </a:p>
        </p:txBody>
      </p:sp>
    </p:spTree>
    <p:extLst>
      <p:ext uri="{BB962C8B-B14F-4D97-AF65-F5344CB8AC3E}">
        <p14:creationId xmlns:p14="http://schemas.microsoft.com/office/powerpoint/2010/main" val="29115229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238BF95B-2F71-775A-C459-5B39EA11EDE1}"/>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07B99DD4-115B-68C5-C0C7-5862EC2F6610}"/>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22</a:t>
            </a:fld>
            <a:endParaRPr sz="1400"/>
          </a:p>
        </p:txBody>
      </p:sp>
      <p:sp>
        <p:nvSpPr>
          <p:cNvPr id="250" name="Google Shape;250;g35df3fc2c77_0_40:notes">
            <a:extLst>
              <a:ext uri="{FF2B5EF4-FFF2-40B4-BE49-F238E27FC236}">
                <a16:creationId xmlns:a16="http://schemas.microsoft.com/office/drawing/2014/main" id="{8C1B85C1-70E9-A3CB-28BF-215BBBCD0268}"/>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AFD5FBC4-C445-FFEC-A8B5-2D2BEB184625}"/>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A8C3839B-1A0E-FAD5-B026-FDF1A5DDF943}"/>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22</a:t>
            </a:fld>
            <a:endParaRPr>
              <a:latin typeface="Arial"/>
              <a:ea typeface="Arial"/>
              <a:cs typeface="Arial"/>
              <a:sym typeface="Arial"/>
            </a:endParaRPr>
          </a:p>
        </p:txBody>
      </p:sp>
    </p:spTree>
    <p:extLst>
      <p:ext uri="{BB962C8B-B14F-4D97-AF65-F5344CB8AC3E}">
        <p14:creationId xmlns:p14="http://schemas.microsoft.com/office/powerpoint/2010/main" val="3380419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2AFCB372-A4CE-85CF-5161-97A90E7C2F10}"/>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4E09669C-A2CA-5323-27B7-0CC935D175DE}"/>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23</a:t>
            </a:fld>
            <a:endParaRPr sz="1400"/>
          </a:p>
        </p:txBody>
      </p:sp>
      <p:sp>
        <p:nvSpPr>
          <p:cNvPr id="250" name="Google Shape;250;g35df3fc2c77_0_40:notes">
            <a:extLst>
              <a:ext uri="{FF2B5EF4-FFF2-40B4-BE49-F238E27FC236}">
                <a16:creationId xmlns:a16="http://schemas.microsoft.com/office/drawing/2014/main" id="{8EE1B141-7AC3-D2CD-E427-51062B7E3652}"/>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4C062FC6-3EAA-4422-9576-49D0AE0C7513}"/>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70BB0FC2-F55E-DC90-33D5-7B7D6E233D65}"/>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23</a:t>
            </a:fld>
            <a:endParaRPr>
              <a:latin typeface="Arial"/>
              <a:ea typeface="Arial"/>
              <a:cs typeface="Arial"/>
              <a:sym typeface="Arial"/>
            </a:endParaRPr>
          </a:p>
        </p:txBody>
      </p:sp>
    </p:spTree>
    <p:extLst>
      <p:ext uri="{BB962C8B-B14F-4D97-AF65-F5344CB8AC3E}">
        <p14:creationId xmlns:p14="http://schemas.microsoft.com/office/powerpoint/2010/main" val="3674257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2AC18A28-3D66-BD9B-5369-DD7E4AEDE39A}"/>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E79EFCC8-64A8-526C-3B58-D316466B0A12}"/>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24</a:t>
            </a:fld>
            <a:endParaRPr sz="1400"/>
          </a:p>
        </p:txBody>
      </p:sp>
      <p:sp>
        <p:nvSpPr>
          <p:cNvPr id="250" name="Google Shape;250;g35df3fc2c77_0_40:notes">
            <a:extLst>
              <a:ext uri="{FF2B5EF4-FFF2-40B4-BE49-F238E27FC236}">
                <a16:creationId xmlns:a16="http://schemas.microsoft.com/office/drawing/2014/main" id="{351202F1-9F35-AC62-9910-A1169C41C8CB}"/>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0093EAEC-44C5-F3B0-4584-1EB65DC3363B}"/>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E97901AE-5103-7A2A-9814-0D2114D997C7}"/>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24</a:t>
            </a:fld>
            <a:endParaRPr>
              <a:latin typeface="Arial"/>
              <a:ea typeface="Arial"/>
              <a:cs typeface="Arial"/>
              <a:sym typeface="Arial"/>
            </a:endParaRPr>
          </a:p>
        </p:txBody>
      </p:sp>
    </p:spTree>
    <p:extLst>
      <p:ext uri="{BB962C8B-B14F-4D97-AF65-F5344CB8AC3E}">
        <p14:creationId xmlns:p14="http://schemas.microsoft.com/office/powerpoint/2010/main" val="1707544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8DF9650E-409E-6518-6DCD-F62E768B4899}"/>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4EBA6A8D-709C-392B-375C-425EA7776411}"/>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25</a:t>
            </a:fld>
            <a:endParaRPr sz="1400"/>
          </a:p>
        </p:txBody>
      </p:sp>
      <p:sp>
        <p:nvSpPr>
          <p:cNvPr id="250" name="Google Shape;250;g35df3fc2c77_0_40:notes">
            <a:extLst>
              <a:ext uri="{FF2B5EF4-FFF2-40B4-BE49-F238E27FC236}">
                <a16:creationId xmlns:a16="http://schemas.microsoft.com/office/drawing/2014/main" id="{04DD8A35-74C4-D607-81F6-B479FE53347A}"/>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A7B6A4FF-B60C-6005-D6FC-D04737ACE4BA}"/>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D852E90B-DAED-7907-AA31-A23B5EFE7BFD}"/>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25</a:t>
            </a:fld>
            <a:endParaRPr>
              <a:latin typeface="Arial"/>
              <a:ea typeface="Arial"/>
              <a:cs typeface="Arial"/>
              <a:sym typeface="Arial"/>
            </a:endParaRPr>
          </a:p>
        </p:txBody>
      </p:sp>
    </p:spTree>
    <p:extLst>
      <p:ext uri="{BB962C8B-B14F-4D97-AF65-F5344CB8AC3E}">
        <p14:creationId xmlns:p14="http://schemas.microsoft.com/office/powerpoint/2010/main" val="22396173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A336E77B-DE37-1DA8-F8CA-6ADA68F46E08}"/>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04DEE575-322B-614B-4063-8ECDE43687B7}"/>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26</a:t>
            </a:fld>
            <a:endParaRPr sz="1400"/>
          </a:p>
        </p:txBody>
      </p:sp>
      <p:sp>
        <p:nvSpPr>
          <p:cNvPr id="250" name="Google Shape;250;g35df3fc2c77_0_40:notes">
            <a:extLst>
              <a:ext uri="{FF2B5EF4-FFF2-40B4-BE49-F238E27FC236}">
                <a16:creationId xmlns:a16="http://schemas.microsoft.com/office/drawing/2014/main" id="{7963E41D-B4DE-9BCF-4556-5C13648E79FF}"/>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B277C938-6AA8-8C5F-D506-C370D9CA5BAA}"/>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353ED1EE-69AC-5B5E-536C-21C7B99A3707}"/>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26</a:t>
            </a:fld>
            <a:endParaRPr>
              <a:latin typeface="Arial"/>
              <a:ea typeface="Arial"/>
              <a:cs typeface="Arial"/>
              <a:sym typeface="Arial"/>
            </a:endParaRPr>
          </a:p>
        </p:txBody>
      </p:sp>
    </p:spTree>
    <p:extLst>
      <p:ext uri="{BB962C8B-B14F-4D97-AF65-F5344CB8AC3E}">
        <p14:creationId xmlns:p14="http://schemas.microsoft.com/office/powerpoint/2010/main" val="1625178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2DB4A367-C27A-B409-6A8A-6C7ABF01E060}"/>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F5B0B42B-D3F8-1D0D-5F69-2283A9DF725B}"/>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27</a:t>
            </a:fld>
            <a:endParaRPr sz="1400"/>
          </a:p>
        </p:txBody>
      </p:sp>
      <p:sp>
        <p:nvSpPr>
          <p:cNvPr id="250" name="Google Shape;250;g35df3fc2c77_0_40:notes">
            <a:extLst>
              <a:ext uri="{FF2B5EF4-FFF2-40B4-BE49-F238E27FC236}">
                <a16:creationId xmlns:a16="http://schemas.microsoft.com/office/drawing/2014/main" id="{100F6080-20E7-AC64-C943-2CDE45751587}"/>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0AA186C5-9BBA-A578-B3ED-2F62617B59E0}"/>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324DB56F-DB40-F7E8-3354-A81C301BC9FF}"/>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27</a:t>
            </a:fld>
            <a:endParaRPr>
              <a:latin typeface="Arial"/>
              <a:ea typeface="Arial"/>
              <a:cs typeface="Arial"/>
              <a:sym typeface="Arial"/>
            </a:endParaRPr>
          </a:p>
        </p:txBody>
      </p:sp>
    </p:spTree>
    <p:extLst>
      <p:ext uri="{BB962C8B-B14F-4D97-AF65-F5344CB8AC3E}">
        <p14:creationId xmlns:p14="http://schemas.microsoft.com/office/powerpoint/2010/main" val="4298571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3ED15E63-5E80-AEF0-19E1-339361E09A80}"/>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40280517-9802-8AD8-6F91-08CD7943946D}"/>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28</a:t>
            </a:fld>
            <a:endParaRPr sz="1400"/>
          </a:p>
        </p:txBody>
      </p:sp>
      <p:sp>
        <p:nvSpPr>
          <p:cNvPr id="250" name="Google Shape;250;g35df3fc2c77_0_40:notes">
            <a:extLst>
              <a:ext uri="{FF2B5EF4-FFF2-40B4-BE49-F238E27FC236}">
                <a16:creationId xmlns:a16="http://schemas.microsoft.com/office/drawing/2014/main" id="{863FBF62-4B51-223B-E1CB-D944F2273961}"/>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D9CA1D7D-8B70-CA70-4CB5-90EFCBC86923}"/>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41187E86-014B-438D-7EA9-433C47D2741A}"/>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28</a:t>
            </a:fld>
            <a:endParaRPr>
              <a:latin typeface="Arial"/>
              <a:ea typeface="Arial"/>
              <a:cs typeface="Arial"/>
              <a:sym typeface="Arial"/>
            </a:endParaRPr>
          </a:p>
        </p:txBody>
      </p:sp>
    </p:spTree>
    <p:extLst>
      <p:ext uri="{BB962C8B-B14F-4D97-AF65-F5344CB8AC3E}">
        <p14:creationId xmlns:p14="http://schemas.microsoft.com/office/powerpoint/2010/main" val="33994324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42E0484E-9FF8-7F74-CECC-16B06AEDBE1E}"/>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06ACD96C-2292-C73B-BE13-8A17EEE2F043}"/>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29</a:t>
            </a:fld>
            <a:endParaRPr sz="1400"/>
          </a:p>
        </p:txBody>
      </p:sp>
      <p:sp>
        <p:nvSpPr>
          <p:cNvPr id="250" name="Google Shape;250;g35df3fc2c77_0_40:notes">
            <a:extLst>
              <a:ext uri="{FF2B5EF4-FFF2-40B4-BE49-F238E27FC236}">
                <a16:creationId xmlns:a16="http://schemas.microsoft.com/office/drawing/2014/main" id="{01905377-BDC5-C4E1-3A9C-146A2C4F6D4C}"/>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25D0A866-1A46-487D-1B7A-D2928302CF74}"/>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77C9A60F-E1CE-D003-96B4-9A03D0774753}"/>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29</a:t>
            </a:fld>
            <a:endParaRPr>
              <a:latin typeface="Arial"/>
              <a:ea typeface="Arial"/>
              <a:cs typeface="Arial"/>
              <a:sym typeface="Arial"/>
            </a:endParaRPr>
          </a:p>
        </p:txBody>
      </p:sp>
    </p:spTree>
    <p:extLst>
      <p:ext uri="{BB962C8B-B14F-4D97-AF65-F5344CB8AC3E}">
        <p14:creationId xmlns:p14="http://schemas.microsoft.com/office/powerpoint/2010/main" val="18180037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BACBECB4-AA64-0C55-C966-9834EFFD4FD3}"/>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22EA7743-CFD6-C8B4-0AA6-5B2820EBDEAA}"/>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30</a:t>
            </a:fld>
            <a:endParaRPr sz="1400"/>
          </a:p>
        </p:txBody>
      </p:sp>
      <p:sp>
        <p:nvSpPr>
          <p:cNvPr id="250" name="Google Shape;250;g35df3fc2c77_0_40:notes">
            <a:extLst>
              <a:ext uri="{FF2B5EF4-FFF2-40B4-BE49-F238E27FC236}">
                <a16:creationId xmlns:a16="http://schemas.microsoft.com/office/drawing/2014/main" id="{71C93E2E-641D-752B-E9AB-9B38353EE1A7}"/>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EC2F8145-E6E4-7CA9-CF52-011F420B35C6}"/>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F4901ED0-395B-1A4D-26C0-7849D5DFDD0A}"/>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30</a:t>
            </a:fld>
            <a:endParaRPr>
              <a:latin typeface="Arial"/>
              <a:ea typeface="Arial"/>
              <a:cs typeface="Arial"/>
              <a:sym typeface="Arial"/>
            </a:endParaRPr>
          </a:p>
        </p:txBody>
      </p:sp>
    </p:spTree>
    <p:extLst>
      <p:ext uri="{BB962C8B-B14F-4D97-AF65-F5344CB8AC3E}">
        <p14:creationId xmlns:p14="http://schemas.microsoft.com/office/powerpoint/2010/main" val="784744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df3fc2c77_0_31:notes"/>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31</a:t>
            </a:fld>
            <a:endParaRPr sz="1400"/>
          </a:p>
        </p:txBody>
      </p:sp>
      <p:sp>
        <p:nvSpPr>
          <p:cNvPr id="240" name="Google Shape;240;g35df3fc2c77_0_31:notes"/>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5df3fc2c77_0_31:notes"/>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g35df3fc2c77_0_31:notes"/>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31</a:t>
            </a:fld>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DDF727A4-B914-E293-A5BE-64F2B79783F8}"/>
            </a:ext>
          </a:extLst>
        </p:cNvPr>
        <p:cNvGrpSpPr/>
        <p:nvPr/>
      </p:nvGrpSpPr>
      <p:grpSpPr>
        <a:xfrm>
          <a:off x="0" y="0"/>
          <a:ext cx="0" cy="0"/>
          <a:chOff x="0" y="0"/>
          <a:chExt cx="0" cy="0"/>
        </a:xfrm>
      </p:grpSpPr>
      <p:sp>
        <p:nvSpPr>
          <p:cNvPr id="239" name="Google Shape;239;g35df3fc2c77_0_31:notes">
            <a:extLst>
              <a:ext uri="{FF2B5EF4-FFF2-40B4-BE49-F238E27FC236}">
                <a16:creationId xmlns:a16="http://schemas.microsoft.com/office/drawing/2014/main" id="{FFAC2833-AEF7-9F6C-F3E0-0D40219624A1}"/>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32</a:t>
            </a:fld>
            <a:endParaRPr sz="1400"/>
          </a:p>
        </p:txBody>
      </p:sp>
      <p:sp>
        <p:nvSpPr>
          <p:cNvPr id="240" name="Google Shape;240;g35df3fc2c77_0_31:notes">
            <a:extLst>
              <a:ext uri="{FF2B5EF4-FFF2-40B4-BE49-F238E27FC236}">
                <a16:creationId xmlns:a16="http://schemas.microsoft.com/office/drawing/2014/main" id="{9DC63748-4412-4E13-875A-A4DC0E4B29BB}"/>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5df3fc2c77_0_31:notes">
            <a:extLst>
              <a:ext uri="{FF2B5EF4-FFF2-40B4-BE49-F238E27FC236}">
                <a16:creationId xmlns:a16="http://schemas.microsoft.com/office/drawing/2014/main" id="{25BFCC9E-1EB1-5F92-5779-4DD520883566}"/>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g35df3fc2c77_0_31:notes">
            <a:extLst>
              <a:ext uri="{FF2B5EF4-FFF2-40B4-BE49-F238E27FC236}">
                <a16:creationId xmlns:a16="http://schemas.microsoft.com/office/drawing/2014/main" id="{5AE92F38-647F-13BC-D092-4CE4546C4F5E}"/>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32</a:t>
            </a:fld>
            <a:endParaRPr>
              <a:latin typeface="Arial"/>
              <a:ea typeface="Arial"/>
              <a:cs typeface="Arial"/>
              <a:sym typeface="Arial"/>
            </a:endParaRPr>
          </a:p>
        </p:txBody>
      </p:sp>
    </p:spTree>
    <p:extLst>
      <p:ext uri="{BB962C8B-B14F-4D97-AF65-F5344CB8AC3E}">
        <p14:creationId xmlns:p14="http://schemas.microsoft.com/office/powerpoint/2010/main" val="15077947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5E370210-A1C0-D0CA-3638-4200F352484E}"/>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4C174EE4-2331-571F-267B-6CDEFE72070D}"/>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34</a:t>
            </a:fld>
            <a:endParaRPr sz="1400"/>
          </a:p>
        </p:txBody>
      </p:sp>
      <p:sp>
        <p:nvSpPr>
          <p:cNvPr id="250" name="Google Shape;250;g35df3fc2c77_0_40:notes">
            <a:extLst>
              <a:ext uri="{FF2B5EF4-FFF2-40B4-BE49-F238E27FC236}">
                <a16:creationId xmlns:a16="http://schemas.microsoft.com/office/drawing/2014/main" id="{CDDAB624-AB7D-2ECB-17C6-5D646F099978}"/>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1F026CC6-CAF3-FC80-89BD-D89B399370DF}"/>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92D9F38F-CE43-B2DC-AEB8-A64C02E7B45F}"/>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34</a:t>
            </a:fld>
            <a:endParaRPr>
              <a:latin typeface="Arial"/>
              <a:ea typeface="Arial"/>
              <a:cs typeface="Arial"/>
              <a:sym typeface="Arial"/>
            </a:endParaRPr>
          </a:p>
        </p:txBody>
      </p:sp>
    </p:spTree>
    <p:extLst>
      <p:ext uri="{BB962C8B-B14F-4D97-AF65-F5344CB8AC3E}">
        <p14:creationId xmlns:p14="http://schemas.microsoft.com/office/powerpoint/2010/main" val="28447807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48736FCE-412F-B798-3C95-B31430D83DC7}"/>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C1B8AC75-E4F9-02CD-7287-789E0F7E78A8}"/>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35</a:t>
            </a:fld>
            <a:endParaRPr sz="1400"/>
          </a:p>
        </p:txBody>
      </p:sp>
      <p:sp>
        <p:nvSpPr>
          <p:cNvPr id="250" name="Google Shape;250;g35df3fc2c77_0_40:notes">
            <a:extLst>
              <a:ext uri="{FF2B5EF4-FFF2-40B4-BE49-F238E27FC236}">
                <a16:creationId xmlns:a16="http://schemas.microsoft.com/office/drawing/2014/main" id="{49068CD8-B16F-E100-92CA-B22F9270A1C6}"/>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92178735-FE48-0443-4A39-B68928DEA179}"/>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47D97B04-F3C7-92B9-3EAA-30A7EEEAB896}"/>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35</a:t>
            </a:fld>
            <a:endParaRPr>
              <a:latin typeface="Arial"/>
              <a:ea typeface="Arial"/>
              <a:cs typeface="Arial"/>
              <a:sym typeface="Arial"/>
            </a:endParaRPr>
          </a:p>
        </p:txBody>
      </p:sp>
    </p:spTree>
    <p:extLst>
      <p:ext uri="{BB962C8B-B14F-4D97-AF65-F5344CB8AC3E}">
        <p14:creationId xmlns:p14="http://schemas.microsoft.com/office/powerpoint/2010/main" val="793920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F7DA60B-15D2-1861-8A28-16F26A72A92B}"/>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E0B5312A-9E2E-437F-91E2-C3DBBB4DDD41}"/>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36</a:t>
            </a:fld>
            <a:endParaRPr sz="1400"/>
          </a:p>
        </p:txBody>
      </p:sp>
      <p:sp>
        <p:nvSpPr>
          <p:cNvPr id="250" name="Google Shape;250;g35df3fc2c77_0_40:notes">
            <a:extLst>
              <a:ext uri="{FF2B5EF4-FFF2-40B4-BE49-F238E27FC236}">
                <a16:creationId xmlns:a16="http://schemas.microsoft.com/office/drawing/2014/main" id="{A3260AE8-C5D8-F8DA-8389-C0684A99BEA6}"/>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4406AA37-4637-A0B5-EFC3-49F42A186BC4}"/>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1CC6D8BF-3FCA-C754-2348-0D3B1BD177DC}"/>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36</a:t>
            </a:fld>
            <a:endParaRPr>
              <a:latin typeface="Arial"/>
              <a:ea typeface="Arial"/>
              <a:cs typeface="Arial"/>
              <a:sym typeface="Arial"/>
            </a:endParaRPr>
          </a:p>
        </p:txBody>
      </p:sp>
    </p:spTree>
    <p:extLst>
      <p:ext uri="{BB962C8B-B14F-4D97-AF65-F5344CB8AC3E}">
        <p14:creationId xmlns:p14="http://schemas.microsoft.com/office/powerpoint/2010/main" val="8157000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9BBF92B2-0EC4-271D-BAD0-DF54F1BD11B1}"/>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55A7F939-C8FA-B7F3-8ED7-6FCB0438F743}"/>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37</a:t>
            </a:fld>
            <a:endParaRPr sz="1400"/>
          </a:p>
        </p:txBody>
      </p:sp>
      <p:sp>
        <p:nvSpPr>
          <p:cNvPr id="250" name="Google Shape;250;g35df3fc2c77_0_40:notes">
            <a:extLst>
              <a:ext uri="{FF2B5EF4-FFF2-40B4-BE49-F238E27FC236}">
                <a16:creationId xmlns:a16="http://schemas.microsoft.com/office/drawing/2014/main" id="{6B5AC0DD-BAC2-DC4A-6300-BE8AF01ADDAD}"/>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57F8911B-7BD7-5A13-5640-EAC89C10850E}"/>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6DA507C0-0D4F-9DF4-181B-0050F2F2D63F}"/>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37</a:t>
            </a:fld>
            <a:endParaRPr>
              <a:latin typeface="Arial"/>
              <a:ea typeface="Arial"/>
              <a:cs typeface="Arial"/>
              <a:sym typeface="Arial"/>
            </a:endParaRPr>
          </a:p>
        </p:txBody>
      </p:sp>
    </p:spTree>
    <p:extLst>
      <p:ext uri="{BB962C8B-B14F-4D97-AF65-F5344CB8AC3E}">
        <p14:creationId xmlns:p14="http://schemas.microsoft.com/office/powerpoint/2010/main" val="9724716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DFBC1230-9BC5-715C-062B-5BF4D7F13BDC}"/>
            </a:ext>
          </a:extLst>
        </p:cNvPr>
        <p:cNvGrpSpPr/>
        <p:nvPr/>
      </p:nvGrpSpPr>
      <p:grpSpPr>
        <a:xfrm>
          <a:off x="0" y="0"/>
          <a:ext cx="0" cy="0"/>
          <a:chOff x="0" y="0"/>
          <a:chExt cx="0" cy="0"/>
        </a:xfrm>
      </p:grpSpPr>
      <p:sp>
        <p:nvSpPr>
          <p:cNvPr id="249" name="Google Shape;249;g35df3fc2c77_0_40:notes">
            <a:extLst>
              <a:ext uri="{FF2B5EF4-FFF2-40B4-BE49-F238E27FC236}">
                <a16:creationId xmlns:a16="http://schemas.microsoft.com/office/drawing/2014/main" id="{E702533F-BA8E-9A87-BD45-D8A3BB6CDC83}"/>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38</a:t>
            </a:fld>
            <a:endParaRPr sz="1400"/>
          </a:p>
        </p:txBody>
      </p:sp>
      <p:sp>
        <p:nvSpPr>
          <p:cNvPr id="250" name="Google Shape;250;g35df3fc2c77_0_40:notes">
            <a:extLst>
              <a:ext uri="{FF2B5EF4-FFF2-40B4-BE49-F238E27FC236}">
                <a16:creationId xmlns:a16="http://schemas.microsoft.com/office/drawing/2014/main" id="{12EC8F13-7F5A-82DB-338B-02A90D472AE7}"/>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5df3fc2c77_0_40:notes">
            <a:extLst>
              <a:ext uri="{FF2B5EF4-FFF2-40B4-BE49-F238E27FC236}">
                <a16:creationId xmlns:a16="http://schemas.microsoft.com/office/drawing/2014/main" id="{DBA550A6-E72D-2FD1-A887-766835A78962}"/>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g35df3fc2c77_0_40:notes">
            <a:extLst>
              <a:ext uri="{FF2B5EF4-FFF2-40B4-BE49-F238E27FC236}">
                <a16:creationId xmlns:a16="http://schemas.microsoft.com/office/drawing/2014/main" id="{FBC3F875-6E4D-448E-57E0-1297A5BE001D}"/>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38</a:t>
            </a:fld>
            <a:endParaRPr>
              <a:latin typeface="Arial"/>
              <a:ea typeface="Arial"/>
              <a:cs typeface="Arial"/>
              <a:sym typeface="Arial"/>
            </a:endParaRPr>
          </a:p>
        </p:txBody>
      </p:sp>
    </p:spTree>
    <p:extLst>
      <p:ext uri="{BB962C8B-B14F-4D97-AF65-F5344CB8AC3E}">
        <p14:creationId xmlns:p14="http://schemas.microsoft.com/office/powerpoint/2010/main" val="27337447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5df3fc2c77_0_49:notes"/>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None/>
            </a:pPr>
            <a:fld id="{00000000-1234-1234-1234-123412341234}" type="slidenum">
              <a:rPr lang="en-US"/>
              <a:t>39</a:t>
            </a:fld>
            <a:endParaRPr sz="1400"/>
          </a:p>
        </p:txBody>
      </p:sp>
      <p:sp>
        <p:nvSpPr>
          <p:cNvPr id="260" name="Google Shape;260;g35df3fc2c77_0_49:notes"/>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5df3fc2c77_0_49:notes"/>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g35df3fc2c77_0_49:notes"/>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39</a:t>
            </a:fld>
            <a:endParaRPr>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5df3fc2c77_0_78:notes"/>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None/>
            </a:pPr>
            <a:fld id="{00000000-1234-1234-1234-123412341234}" type="slidenum">
              <a:rPr lang="en-US"/>
              <a:t>40</a:t>
            </a:fld>
            <a:endParaRPr sz="1400"/>
          </a:p>
        </p:txBody>
      </p:sp>
      <p:sp>
        <p:nvSpPr>
          <p:cNvPr id="290" name="Google Shape;290;g35df3fc2c77_0_78:notes"/>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g35df3fc2c77_0_78:notes"/>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g35df3fc2c77_0_78:notes"/>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40</a:t>
            </a:fld>
            <a:endParaRPr>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12BDF4EE-B861-B380-9AA5-4D5E403A165A}"/>
            </a:ext>
          </a:extLst>
        </p:cNvPr>
        <p:cNvGrpSpPr/>
        <p:nvPr/>
      </p:nvGrpSpPr>
      <p:grpSpPr>
        <a:xfrm>
          <a:off x="0" y="0"/>
          <a:ext cx="0" cy="0"/>
          <a:chOff x="0" y="0"/>
          <a:chExt cx="0" cy="0"/>
        </a:xfrm>
      </p:grpSpPr>
      <p:sp>
        <p:nvSpPr>
          <p:cNvPr id="309" name="Google Shape;309;g35e9326fde6_0_48:notes">
            <a:extLst>
              <a:ext uri="{FF2B5EF4-FFF2-40B4-BE49-F238E27FC236}">
                <a16:creationId xmlns:a16="http://schemas.microsoft.com/office/drawing/2014/main" id="{DE28C30B-5AB5-5193-ACDB-2E5608F53304}"/>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41</a:t>
            </a:fld>
            <a:endParaRPr sz="1400"/>
          </a:p>
        </p:txBody>
      </p:sp>
      <p:sp>
        <p:nvSpPr>
          <p:cNvPr id="310" name="Google Shape;310;g35e9326fde6_0_48:notes">
            <a:extLst>
              <a:ext uri="{FF2B5EF4-FFF2-40B4-BE49-F238E27FC236}">
                <a16:creationId xmlns:a16="http://schemas.microsoft.com/office/drawing/2014/main" id="{0009B6FF-5E2C-C1F5-045B-243E6989E618}"/>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5e9326fde6_0_48:notes">
            <a:extLst>
              <a:ext uri="{FF2B5EF4-FFF2-40B4-BE49-F238E27FC236}">
                <a16:creationId xmlns:a16="http://schemas.microsoft.com/office/drawing/2014/main" id="{26CEB8EC-AFA7-EEBB-61CE-A018EDF05890}"/>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IT" dirty="0"/>
              <a:t>Chi fa da se fa per tre… </a:t>
            </a:r>
            <a:endParaRPr dirty="0"/>
          </a:p>
        </p:txBody>
      </p:sp>
      <p:sp>
        <p:nvSpPr>
          <p:cNvPr id="312" name="Google Shape;312;g35e9326fde6_0_48:notes">
            <a:extLst>
              <a:ext uri="{FF2B5EF4-FFF2-40B4-BE49-F238E27FC236}">
                <a16:creationId xmlns:a16="http://schemas.microsoft.com/office/drawing/2014/main" id="{FC15DC3C-CC81-28EB-C42E-915165DBD4CE}"/>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41</a:t>
            </a:fld>
            <a:endParaRPr>
              <a:latin typeface="Arial"/>
              <a:ea typeface="Arial"/>
              <a:cs typeface="Arial"/>
              <a:sym typeface="Arial"/>
            </a:endParaRPr>
          </a:p>
        </p:txBody>
      </p:sp>
    </p:spTree>
    <p:extLst>
      <p:ext uri="{BB962C8B-B14F-4D97-AF65-F5344CB8AC3E}">
        <p14:creationId xmlns:p14="http://schemas.microsoft.com/office/powerpoint/2010/main" val="20009291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7CBBC6E4-E689-B4BA-1FCB-05A3F44CD3C7}"/>
            </a:ext>
          </a:extLst>
        </p:cNvPr>
        <p:cNvGrpSpPr/>
        <p:nvPr/>
      </p:nvGrpSpPr>
      <p:grpSpPr>
        <a:xfrm>
          <a:off x="0" y="0"/>
          <a:ext cx="0" cy="0"/>
          <a:chOff x="0" y="0"/>
          <a:chExt cx="0" cy="0"/>
        </a:xfrm>
      </p:grpSpPr>
      <p:sp>
        <p:nvSpPr>
          <p:cNvPr id="309" name="Google Shape;309;g35e9326fde6_0_48:notes">
            <a:extLst>
              <a:ext uri="{FF2B5EF4-FFF2-40B4-BE49-F238E27FC236}">
                <a16:creationId xmlns:a16="http://schemas.microsoft.com/office/drawing/2014/main" id="{B7C6B089-F326-01F1-ACB3-B9E7CBE4B11E}"/>
              </a:ext>
            </a:extLst>
          </p:cNvPr>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Clr>
                <a:srgbClr val="000000"/>
              </a:buClr>
              <a:buFont typeface="Arial"/>
              <a:buNone/>
            </a:pPr>
            <a:fld id="{00000000-1234-1234-1234-123412341234}" type="slidenum">
              <a:rPr lang="en-US"/>
              <a:t>42</a:t>
            </a:fld>
            <a:endParaRPr sz="1400"/>
          </a:p>
        </p:txBody>
      </p:sp>
      <p:sp>
        <p:nvSpPr>
          <p:cNvPr id="310" name="Google Shape;310;g35e9326fde6_0_48:notes">
            <a:extLst>
              <a:ext uri="{FF2B5EF4-FFF2-40B4-BE49-F238E27FC236}">
                <a16:creationId xmlns:a16="http://schemas.microsoft.com/office/drawing/2014/main" id="{DF18D266-3F54-1D33-A8E6-E61207F8D923}"/>
              </a:ext>
            </a:extLst>
          </p:cNvPr>
          <p:cNvSpPr>
            <a:spLocks noGrp="1" noRot="1" noChangeAspect="1"/>
          </p:cNvSpPr>
          <p:nvPr>
            <p:ph type="sldImg" idx="2"/>
          </p:nvPr>
        </p:nvSpPr>
        <p:spPr>
          <a:xfrm>
            <a:off x="722313" y="900113"/>
            <a:ext cx="6113462" cy="343852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35e9326fde6_0_48:notes">
            <a:extLst>
              <a:ext uri="{FF2B5EF4-FFF2-40B4-BE49-F238E27FC236}">
                <a16:creationId xmlns:a16="http://schemas.microsoft.com/office/drawing/2014/main" id="{7E2AB018-2668-030E-F46A-8FC51E6513B4}"/>
              </a:ext>
            </a:extLst>
          </p:cNvPr>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it-IT" dirty="0"/>
              <a:t>Chi fa da se fa per tre… </a:t>
            </a:r>
            <a:endParaRPr dirty="0"/>
          </a:p>
        </p:txBody>
      </p:sp>
      <p:sp>
        <p:nvSpPr>
          <p:cNvPr id="312" name="Google Shape;312;g35e9326fde6_0_48:notes">
            <a:extLst>
              <a:ext uri="{FF2B5EF4-FFF2-40B4-BE49-F238E27FC236}">
                <a16:creationId xmlns:a16="http://schemas.microsoft.com/office/drawing/2014/main" id="{7376A47C-6968-1187-B1B2-C72B7B003DDE}"/>
              </a:ext>
            </a:extLst>
          </p:cNvPr>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Times New Roman"/>
              <a:buNone/>
            </a:pPr>
            <a:fld id="{00000000-1234-1234-1234-123412341234}" type="slidenum">
              <a:rPr lang="en-US"/>
              <a:t>42</a:t>
            </a:fld>
            <a:endParaRPr>
              <a:latin typeface="Arial"/>
              <a:ea typeface="Arial"/>
              <a:cs typeface="Arial"/>
              <a:sym typeface="Arial"/>
            </a:endParaRPr>
          </a:p>
        </p:txBody>
      </p:sp>
    </p:spTree>
    <p:extLst>
      <p:ext uri="{BB962C8B-B14F-4D97-AF65-F5344CB8AC3E}">
        <p14:creationId xmlns:p14="http://schemas.microsoft.com/office/powerpoint/2010/main" val="6852883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3f8f8f3234_0_255:notes"/>
          <p:cNvSpPr txBox="1">
            <a:spLocks noGrp="1"/>
          </p:cNvSpPr>
          <p:nvPr>
            <p:ph type="sldNum" idx="12"/>
          </p:nvPr>
        </p:nvSpPr>
        <p:spPr>
          <a:xfrm>
            <a:off x="4278312" y="10156825"/>
            <a:ext cx="3278100" cy="531900"/>
          </a:xfrm>
          <a:prstGeom prst="rect">
            <a:avLst/>
          </a:prstGeom>
        </p:spPr>
        <p:txBody>
          <a:bodyPr spcFirstLastPara="1" wrap="square" lIns="0" tIns="0" rIns="0" bIns="0" anchor="b" anchorCtr="0">
            <a:noAutofit/>
          </a:bodyPr>
          <a:lstStyle/>
          <a:p>
            <a:pPr marL="0" lvl="0" indent="0" algn="l" rtl="0">
              <a:spcBef>
                <a:spcPts val="0"/>
              </a:spcBef>
              <a:spcAft>
                <a:spcPts val="0"/>
              </a:spcAft>
              <a:buNone/>
            </a:pPr>
            <a:fld id="{00000000-1234-1234-1234-123412341234}" type="slidenum">
              <a:rPr lang="en-US"/>
              <a:t>43</a:t>
            </a:fld>
            <a:endParaRPr sz="1400"/>
          </a:p>
        </p:txBody>
      </p:sp>
      <p:sp>
        <p:nvSpPr>
          <p:cNvPr id="320" name="Google Shape;320;g33f8f8f3234_0_255:notes"/>
          <p:cNvSpPr>
            <a:spLocks noGrp="1" noRot="1" noChangeAspect="1"/>
          </p:cNvSpPr>
          <p:nvPr>
            <p:ph type="sldImg" idx="2"/>
          </p:nvPr>
        </p:nvSpPr>
        <p:spPr>
          <a:xfrm>
            <a:off x="-298286" y="900112"/>
            <a:ext cx="8154600" cy="3438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3f8f8f3234_0_255:notes"/>
          <p:cNvSpPr txBox="1">
            <a:spLocks noGrp="1"/>
          </p:cNvSpPr>
          <p:nvPr>
            <p:ph type="body" idx="1"/>
          </p:nvPr>
        </p:nvSpPr>
        <p:spPr>
          <a:xfrm>
            <a:off x="720725" y="4679950"/>
            <a:ext cx="6116700" cy="5037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g33f8f8f3234_0_255:notes"/>
          <p:cNvSpPr txBox="1">
            <a:spLocks noGrp="1"/>
          </p:cNvSpPr>
          <p:nvPr>
            <p:ph type="sldNum" idx="3"/>
          </p:nvPr>
        </p:nvSpPr>
        <p:spPr>
          <a:xfrm>
            <a:off x="4278312" y="10156825"/>
            <a:ext cx="3278100" cy="5319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43</a:t>
            </a:fld>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0" y="490"/>
            <a:ext cx="5153705" cy="5134399"/>
            <a:chOff x="0" y="75"/>
            <a:chExt cx="5153705" cy="5152950"/>
          </a:xfrm>
        </p:grpSpPr>
        <p:sp>
          <p:nvSpPr>
            <p:cNvPr id="18" name="Google Shape;18;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5400000">
              <a:off x="1646" y="-75"/>
              <a:ext cx="2299800" cy="2300100"/>
            </a:xfrm>
            <a:prstGeom prst="diagStripe">
              <a:avLst>
                <a:gd name="adj" fmla="val 50000"/>
              </a:avLst>
            </a:pr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flipH="1">
              <a:off x="652821" y="590035"/>
              <a:ext cx="2300100" cy="2299800"/>
            </a:xfrm>
            <a:prstGeom prst="diagStripe">
              <a:avLst>
                <a:gd name="adj" fmla="val 50000"/>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2;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23" name="Google Shape;23;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24" name="Google Shape;2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grpSp>
        <p:nvGrpSpPr>
          <p:cNvPr id="26" name="Google Shape;26;p3"/>
          <p:cNvGrpSpPr/>
          <p:nvPr/>
        </p:nvGrpSpPr>
        <p:grpSpPr>
          <a:xfrm>
            <a:off x="4406400" y="0"/>
            <a:ext cx="4737600" cy="5143065"/>
            <a:chOff x="4406400" y="0"/>
            <a:chExt cx="4737600" cy="5143065"/>
          </a:xfrm>
        </p:grpSpPr>
        <p:sp>
          <p:nvSpPr>
            <p:cNvPr id="27" name="Google Shape;27;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6" name="Google Shape;4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7"/>
        <p:cNvGrpSpPr/>
        <p:nvPr/>
      </p:nvGrpSpPr>
      <p:grpSpPr>
        <a:xfrm>
          <a:off x="0" y="0"/>
          <a:ext cx="0" cy="0"/>
          <a:chOff x="0" y="0"/>
          <a:chExt cx="0" cy="0"/>
        </a:xfrm>
      </p:grpSpPr>
      <p:grpSp>
        <p:nvGrpSpPr>
          <p:cNvPr id="48" name="Google Shape;48;p4"/>
          <p:cNvGrpSpPr/>
          <p:nvPr/>
        </p:nvGrpSpPr>
        <p:grpSpPr>
          <a:xfrm>
            <a:off x="0" y="381001"/>
            <a:ext cx="1037850" cy="1016287"/>
            <a:chOff x="0" y="381001"/>
            <a:chExt cx="1037850" cy="1016287"/>
          </a:xfrm>
        </p:grpSpPr>
        <p:sp>
          <p:nvSpPr>
            <p:cNvPr id="49" name="Google Shape;49;p4"/>
            <p:cNvSpPr/>
            <p:nvPr/>
          </p:nvSpPr>
          <p:spPr>
            <a:xfrm rot="-5400000">
              <a:off x="0" y="381001"/>
              <a:ext cx="808800" cy="808800"/>
            </a:xfrm>
            <a:prstGeom prst="diagStripe">
              <a:avLst>
                <a:gd name="adj" fmla="val 50000"/>
              </a:avLst>
            </a:prstGeom>
            <a:solidFill>
              <a:srgbClr val="E0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flipH="1">
              <a:off x="229050" y="588489"/>
              <a:ext cx="808800" cy="808800"/>
            </a:xfrm>
            <a:prstGeom prst="diagStripe">
              <a:avLst>
                <a:gd name="adj" fmla="val 50000"/>
              </a:avLst>
            </a:prstGeom>
            <a:solidFill>
              <a:srgbClr val="F6B2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 name="Google Shape;51;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2" name="Google Shape;52;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3" name="Google Shape;5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4"/>
        <p:cNvGrpSpPr/>
        <p:nvPr/>
      </p:nvGrpSpPr>
      <p:grpSpPr>
        <a:xfrm>
          <a:off x="0" y="0"/>
          <a:ext cx="0" cy="0"/>
          <a:chOff x="0" y="0"/>
          <a:chExt cx="0" cy="0"/>
        </a:xfrm>
      </p:grpSpPr>
      <p:grpSp>
        <p:nvGrpSpPr>
          <p:cNvPr id="55" name="Google Shape;55;p5"/>
          <p:cNvGrpSpPr/>
          <p:nvPr/>
        </p:nvGrpSpPr>
        <p:grpSpPr>
          <a:xfrm>
            <a:off x="0" y="381001"/>
            <a:ext cx="1037850" cy="1016287"/>
            <a:chOff x="0" y="381001"/>
            <a:chExt cx="1037850" cy="1016287"/>
          </a:xfrm>
        </p:grpSpPr>
        <p:sp>
          <p:nvSpPr>
            <p:cNvPr id="56" name="Google Shape;56;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 name="Google Shape;58;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9" name="Google Shape;59;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0" name="Google Shape;60;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1" name="Google Shape;6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8"/>
        <p:cNvGrpSpPr/>
        <p:nvPr/>
      </p:nvGrpSpPr>
      <p:grpSpPr>
        <a:xfrm>
          <a:off x="0" y="0"/>
          <a:ext cx="0" cy="0"/>
          <a:chOff x="0" y="0"/>
          <a:chExt cx="0" cy="0"/>
        </a:xfrm>
      </p:grpSpPr>
      <p:grpSp>
        <p:nvGrpSpPr>
          <p:cNvPr id="69" name="Google Shape;69;p7"/>
          <p:cNvGrpSpPr/>
          <p:nvPr/>
        </p:nvGrpSpPr>
        <p:grpSpPr>
          <a:xfrm>
            <a:off x="0" y="381001"/>
            <a:ext cx="1037850" cy="1016287"/>
            <a:chOff x="0" y="381001"/>
            <a:chExt cx="1037850" cy="1016287"/>
          </a:xfrm>
        </p:grpSpPr>
        <p:sp>
          <p:nvSpPr>
            <p:cNvPr id="70" name="Google Shape;70;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 name="Google Shape;72;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3" name="Google Shape;73;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4" name="Google Shape;7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5"/>
        <p:cNvGrpSpPr/>
        <p:nvPr/>
      </p:nvGrpSpPr>
      <p:grpSpPr>
        <a:xfrm>
          <a:off x="0" y="0"/>
          <a:ext cx="0" cy="0"/>
          <a:chOff x="0" y="0"/>
          <a:chExt cx="0" cy="0"/>
        </a:xfrm>
      </p:grpSpPr>
      <p:grpSp>
        <p:nvGrpSpPr>
          <p:cNvPr id="76" name="Google Shape;76;p8"/>
          <p:cNvGrpSpPr/>
          <p:nvPr/>
        </p:nvGrpSpPr>
        <p:grpSpPr>
          <a:xfrm>
            <a:off x="4406400" y="0"/>
            <a:ext cx="4737600" cy="5143500"/>
            <a:chOff x="4406400" y="0"/>
            <a:chExt cx="4737600" cy="5143500"/>
          </a:xfrm>
        </p:grpSpPr>
        <p:sp>
          <p:nvSpPr>
            <p:cNvPr id="77" name="Google Shape;77;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7"/>
        <p:cNvGrpSpPr/>
        <p:nvPr/>
      </p:nvGrpSpPr>
      <p:grpSpPr>
        <a:xfrm>
          <a:off x="0" y="0"/>
          <a:ext cx="0" cy="0"/>
          <a:chOff x="0" y="0"/>
          <a:chExt cx="0" cy="0"/>
        </a:xfrm>
      </p:grpSpPr>
      <p:grpSp>
        <p:nvGrpSpPr>
          <p:cNvPr id="98" name="Google Shape;98;p9"/>
          <p:cNvGrpSpPr/>
          <p:nvPr/>
        </p:nvGrpSpPr>
        <p:grpSpPr>
          <a:xfrm>
            <a:off x="0" y="381001"/>
            <a:ext cx="1037850" cy="1016287"/>
            <a:chOff x="0" y="381001"/>
            <a:chExt cx="1037850" cy="1016287"/>
          </a:xfrm>
        </p:grpSpPr>
        <p:sp>
          <p:nvSpPr>
            <p:cNvPr id="99" name="Google Shape;99;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2" name="Google Shape;102;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03" name="Google Shape;103;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4" name="Google Shape;10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5"/>
        <p:cNvGrpSpPr/>
        <p:nvPr/>
      </p:nvGrpSpPr>
      <p:grpSpPr>
        <a:xfrm>
          <a:off x="0" y="0"/>
          <a:ext cx="0" cy="0"/>
          <a:chOff x="0" y="0"/>
          <a:chExt cx="0" cy="0"/>
        </a:xfrm>
      </p:grpSpPr>
      <p:grpSp>
        <p:nvGrpSpPr>
          <p:cNvPr id="106" name="Google Shape;106;p10"/>
          <p:cNvGrpSpPr/>
          <p:nvPr/>
        </p:nvGrpSpPr>
        <p:grpSpPr>
          <a:xfrm>
            <a:off x="0" y="4128572"/>
            <a:ext cx="698925" cy="684657"/>
            <a:chOff x="0" y="3785672"/>
            <a:chExt cx="698925" cy="684657"/>
          </a:xfrm>
        </p:grpSpPr>
        <p:sp>
          <p:nvSpPr>
            <p:cNvPr id="107" name="Google Shape;107;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10" name="Google Shape;11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1"/>
        <p:cNvGrpSpPr/>
        <p:nvPr/>
      </p:nvGrpSpPr>
      <p:grpSpPr>
        <a:xfrm>
          <a:off x="0" y="0"/>
          <a:ext cx="0" cy="0"/>
          <a:chOff x="0" y="0"/>
          <a:chExt cx="0" cy="0"/>
        </a:xfrm>
      </p:grpSpPr>
      <p:grpSp>
        <p:nvGrpSpPr>
          <p:cNvPr id="112" name="Google Shape;112;p11"/>
          <p:cNvGrpSpPr/>
          <p:nvPr/>
        </p:nvGrpSpPr>
        <p:grpSpPr>
          <a:xfrm>
            <a:off x="4406400" y="0"/>
            <a:ext cx="4737600" cy="5143065"/>
            <a:chOff x="4406400" y="0"/>
            <a:chExt cx="4737600" cy="5143065"/>
          </a:xfrm>
        </p:grpSpPr>
        <p:sp>
          <p:nvSpPr>
            <p:cNvPr id="113" name="Google Shape;113;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2" name="Google Shape;132;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3" name="Google Shape;133;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4"/>
        <p:cNvGrpSpPr/>
        <p:nvPr/>
      </p:nvGrpSpPr>
      <p:grpSpPr>
        <a:xfrm>
          <a:off x="0" y="0"/>
          <a:ext cx="0" cy="0"/>
          <a:chOff x="0" y="0"/>
          <a:chExt cx="0" cy="0"/>
        </a:xfrm>
      </p:grpSpPr>
      <p:sp>
        <p:nvSpPr>
          <p:cNvPr id="135" name="Google Shape;13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11"/>
        <p:cNvGrpSpPr/>
        <p:nvPr/>
      </p:nvGrpSpPr>
      <p:grpSpPr>
        <a:xfrm>
          <a:off x="0" y="0"/>
          <a:ext cx="0" cy="0"/>
          <a:chOff x="0" y="0"/>
          <a:chExt cx="0" cy="0"/>
        </a:xfrm>
      </p:grpSpPr>
      <p:sp>
        <p:nvSpPr>
          <p:cNvPr id="12" name="Google Shape;12;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13" name="Google Shape;13;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14" name="Google Shape;14;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www.figma.com/design/iWe1fNiJzSLC3xyhKhhcnz/Book2GoALL?node-id=5-630&amp;p=f&amp;t=GyjO68yg8SqBqpDX-0"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13" title="istockphoto-1129874863-612x612.jpg"/>
          <p:cNvPicPr preferRelativeResize="0"/>
          <p:nvPr/>
        </p:nvPicPr>
        <p:blipFill>
          <a:blip r:embed="rId3">
            <a:alphaModFix/>
          </a:blip>
          <a:stretch>
            <a:fillRect/>
          </a:stretch>
        </p:blipFill>
        <p:spPr>
          <a:xfrm>
            <a:off x="-85825" y="-335242"/>
            <a:ext cx="9229824" cy="6153216"/>
          </a:xfrm>
          <a:prstGeom prst="rect">
            <a:avLst/>
          </a:prstGeom>
          <a:noFill/>
          <a:ln>
            <a:noFill/>
          </a:ln>
        </p:spPr>
      </p:pic>
      <p:sp>
        <p:nvSpPr>
          <p:cNvPr id="143" name="Google Shape;143;p13"/>
          <p:cNvSpPr/>
          <p:nvPr/>
        </p:nvSpPr>
        <p:spPr>
          <a:xfrm>
            <a:off x="3645200" y="1423925"/>
            <a:ext cx="5288100" cy="3415500"/>
          </a:xfrm>
          <a:prstGeom prst="rect">
            <a:avLst/>
          </a:prstGeom>
          <a:solidFill>
            <a:schemeClr val="dk1"/>
          </a:solidFill>
          <a:ln w="9525" cap="flat" cmpd="sng">
            <a:solidFill>
              <a:srgbClr val="5B0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4" name="Google Shape;14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rgbClr val="FF6309"/>
              </a:buClr>
              <a:buFont typeface="Arial"/>
              <a:buNone/>
            </a:pPr>
            <a:r>
              <a:rPr lang="en-US" sz="3900" b="1" dirty="0">
                <a:solidFill>
                  <a:srgbClr val="F4CCCC"/>
                </a:solidFill>
                <a:latin typeface="Nunito"/>
                <a:ea typeface="Nunito"/>
                <a:cs typeface="Nunito"/>
                <a:sym typeface="Nunito"/>
              </a:rPr>
              <a:t>Book2Go</a:t>
            </a:r>
            <a:endParaRPr sz="2900" b="1" dirty="0">
              <a:solidFill>
                <a:srgbClr val="F4CCCC"/>
              </a:solidFill>
              <a:latin typeface="Nunito"/>
              <a:ea typeface="Nunito"/>
              <a:cs typeface="Nunito"/>
              <a:sym typeface="Nunito"/>
            </a:endParaRPr>
          </a:p>
          <a:p>
            <a:pPr marL="0" lvl="0" indent="0" algn="ctr" rtl="0">
              <a:spcBef>
                <a:spcPts val="0"/>
              </a:spcBef>
              <a:spcAft>
                <a:spcPts val="0"/>
              </a:spcAft>
              <a:buNone/>
            </a:pPr>
            <a:r>
              <a:rPr lang="en-US" sz="2900" b="1" dirty="0">
                <a:solidFill>
                  <a:srgbClr val="D9D9D9"/>
                </a:solidFill>
                <a:latin typeface="Nunito"/>
                <a:ea typeface="Nunito"/>
                <a:cs typeface="Nunito"/>
                <a:sym typeface="Nunito"/>
              </a:rPr>
              <a:t>Gabriele Banchio</a:t>
            </a:r>
            <a:endParaRPr sz="2900" b="1" dirty="0">
              <a:solidFill>
                <a:srgbClr val="D9D9D9"/>
              </a:solidFill>
              <a:latin typeface="Nunito"/>
              <a:ea typeface="Nunito"/>
              <a:cs typeface="Nunito"/>
              <a:sym typeface="Nunito"/>
            </a:endParaRPr>
          </a:p>
        </p:txBody>
      </p:sp>
      <p:sp>
        <p:nvSpPr>
          <p:cNvPr id="145" name="Google Shape;145;p13"/>
          <p:cNvSpPr txBox="1">
            <a:spLocks noGrp="1"/>
          </p:cNvSpPr>
          <p:nvPr>
            <p:ph type="subTitle" idx="1"/>
          </p:nvPr>
        </p:nvSpPr>
        <p:spPr>
          <a:xfrm>
            <a:off x="5370925" y="4333325"/>
            <a:ext cx="3470700" cy="5061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it-IT" sz="1800" dirty="0">
                <a:solidFill>
                  <a:srgbClr val="FFF2CC"/>
                </a:solidFill>
                <a:latin typeface="Nunito"/>
                <a:ea typeface="Nunito"/>
                <a:cs typeface="Nunito"/>
                <a:sym typeface="Nunito"/>
              </a:rPr>
              <a:t>15/12/2025</a:t>
            </a:r>
            <a:endParaRPr sz="1800" dirty="0">
              <a:solidFill>
                <a:srgbClr val="FFF2CC"/>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IT" sz="3200" b="1" dirty="0">
                <a:solidFill>
                  <a:srgbClr val="FFE599"/>
                </a:solidFill>
                <a:latin typeface="Nunito"/>
                <a:ea typeface="Nunito"/>
                <a:cs typeface="Nunito"/>
                <a:sym typeface="Nunito"/>
              </a:rPr>
              <a:t>Obiettivi</a:t>
            </a:r>
            <a:endParaRPr sz="3200" b="1" dirty="0">
              <a:solidFill>
                <a:srgbClr val="FFE599"/>
              </a:solidFill>
              <a:latin typeface="Nunito"/>
              <a:ea typeface="Nunito"/>
              <a:cs typeface="Nunito"/>
              <a:sym typeface="Nunito"/>
            </a:endParaRPr>
          </a:p>
          <a:p>
            <a:pPr marL="0" lvl="0" indent="0" algn="l" rtl="0">
              <a:spcBef>
                <a:spcPts val="0"/>
              </a:spcBef>
              <a:spcAft>
                <a:spcPts val="0"/>
              </a:spcAft>
              <a:buNone/>
            </a:pPr>
            <a:endParaRPr dirty="0"/>
          </a:p>
        </p:txBody>
      </p:sp>
      <p:sp>
        <p:nvSpPr>
          <p:cNvPr id="153" name="Google Shape;153;p1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92500"/>
          </a:bodyPr>
          <a:lstStyle/>
          <a:p>
            <a:pPr marL="146050" indent="0">
              <a:buNone/>
            </a:pPr>
            <a:r>
              <a:rPr lang="it-IT" sz="2000" dirty="0" err="1"/>
              <a:t>Perchè</a:t>
            </a:r>
            <a:r>
              <a:rPr lang="it-IT" sz="2000" dirty="0"/>
              <a:t> nasce “Book2Go” :</a:t>
            </a:r>
          </a:p>
          <a:p>
            <a:r>
              <a:rPr lang="it-IT" sz="2000" dirty="0"/>
              <a:t>avvicinare i giovani ai libri e aiutarli nella scelta grazie ad un sistema di recensioni e raccomandazioni basati sui loro gusti personali.</a:t>
            </a:r>
          </a:p>
          <a:p>
            <a:r>
              <a:rPr lang="it-IT" sz="2000" dirty="0"/>
              <a:t>permettere discussioni basate sui libri.</a:t>
            </a:r>
          </a:p>
          <a:p>
            <a:r>
              <a:rPr lang="it-IT" sz="2000" dirty="0"/>
              <a:t>Fornire un sistema semplice per effettuare prestiti ed acquisti</a:t>
            </a:r>
          </a:p>
          <a:p>
            <a:r>
              <a:rPr lang="it-IT" sz="2000" dirty="0"/>
              <a:t>Mettere a disposizione dei locali per riunirsi e parlare di libri</a:t>
            </a:r>
          </a:p>
        </p:txBody>
      </p:sp>
      <p:sp>
        <p:nvSpPr>
          <p:cNvPr id="154" name="Google Shape;15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DC1BAA4F-7CDB-3275-1F88-586686AB2625}"/>
            </a:ext>
          </a:extLst>
        </p:cNvPr>
        <p:cNvGrpSpPr/>
        <p:nvPr/>
      </p:nvGrpSpPr>
      <p:grpSpPr>
        <a:xfrm>
          <a:off x="0" y="0"/>
          <a:ext cx="0" cy="0"/>
          <a:chOff x="0" y="0"/>
          <a:chExt cx="0" cy="0"/>
        </a:xfrm>
      </p:grpSpPr>
      <p:sp>
        <p:nvSpPr>
          <p:cNvPr id="152" name="Google Shape;152;p14">
            <a:extLst>
              <a:ext uri="{FF2B5EF4-FFF2-40B4-BE49-F238E27FC236}">
                <a16:creationId xmlns:a16="http://schemas.microsoft.com/office/drawing/2014/main" id="{1D374A04-6660-D0FF-4D7D-17734E16E14A}"/>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IT" sz="3200" b="1" dirty="0">
                <a:solidFill>
                  <a:srgbClr val="FFE599"/>
                </a:solidFill>
                <a:latin typeface="Nunito"/>
                <a:ea typeface="Nunito"/>
                <a:cs typeface="Nunito"/>
                <a:sym typeface="Nunito"/>
              </a:rPr>
              <a:t>User stories - Prestito  </a:t>
            </a:r>
            <a:endParaRPr sz="3200" b="1" dirty="0">
              <a:solidFill>
                <a:srgbClr val="FFE599"/>
              </a:solidFill>
              <a:latin typeface="Nunito"/>
              <a:ea typeface="Nunito"/>
              <a:cs typeface="Nunito"/>
              <a:sym typeface="Nunito"/>
            </a:endParaRPr>
          </a:p>
          <a:p>
            <a:pPr marL="0" lvl="0" indent="0" algn="l" rtl="0">
              <a:spcBef>
                <a:spcPts val="0"/>
              </a:spcBef>
              <a:spcAft>
                <a:spcPts val="0"/>
              </a:spcAft>
              <a:buNone/>
            </a:pPr>
            <a:endParaRPr dirty="0"/>
          </a:p>
        </p:txBody>
      </p:sp>
      <p:sp>
        <p:nvSpPr>
          <p:cNvPr id="153" name="Google Shape;153;p14">
            <a:extLst>
              <a:ext uri="{FF2B5EF4-FFF2-40B4-BE49-F238E27FC236}">
                <a16:creationId xmlns:a16="http://schemas.microsoft.com/office/drawing/2014/main" id="{1A36E330-33A8-571C-9B77-338A1E431F16}"/>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buNone/>
            </a:pPr>
            <a:r>
              <a:rPr lang="it-IT" dirty="0"/>
              <a:t>Marina è una avida </a:t>
            </a:r>
            <a:r>
              <a:rPr lang="it-IT" dirty="0">
                <a:solidFill>
                  <a:srgbClr val="FFFF00"/>
                </a:solidFill>
              </a:rPr>
              <a:t>lettrice</a:t>
            </a:r>
            <a:r>
              <a:rPr lang="it-IT" dirty="0"/>
              <a:t> abbonata al servizio. Avendo qualche giorno libero vuole prendere in </a:t>
            </a:r>
            <a:r>
              <a:rPr lang="it-IT" dirty="0">
                <a:solidFill>
                  <a:srgbClr val="FFFF00"/>
                </a:solidFill>
              </a:rPr>
              <a:t>prestito</a:t>
            </a:r>
            <a:r>
              <a:rPr lang="it-IT" dirty="0"/>
              <a:t> un libro. Consulta quindi il </a:t>
            </a:r>
            <a:r>
              <a:rPr lang="it-IT" dirty="0">
                <a:solidFill>
                  <a:srgbClr val="FFFF00"/>
                </a:solidFill>
              </a:rPr>
              <a:t>catalogo</a:t>
            </a:r>
            <a:r>
              <a:rPr lang="it-IT" dirty="0"/>
              <a:t> e trova il libro adatto a lei. Sceglie in quale </a:t>
            </a:r>
            <a:r>
              <a:rPr lang="it-IT" dirty="0">
                <a:solidFill>
                  <a:srgbClr val="FFFF00"/>
                </a:solidFill>
              </a:rPr>
              <a:t>libreria</a:t>
            </a:r>
            <a:r>
              <a:rPr lang="it-IT" dirty="0"/>
              <a:t> ritirarlo ed effettua la richiesta. Il sistema effettua per lei la scelta </a:t>
            </a:r>
            <a:r>
              <a:rPr lang="it-IT" dirty="0">
                <a:solidFill>
                  <a:schemeClr val="bg1"/>
                </a:solidFill>
              </a:rPr>
              <a:t>dell’opzione di prestito</a:t>
            </a:r>
            <a:r>
              <a:rPr lang="it-IT" dirty="0"/>
              <a:t> migliore per il suo livello di </a:t>
            </a:r>
            <a:r>
              <a:rPr lang="it-IT" dirty="0">
                <a:solidFill>
                  <a:srgbClr val="FFFF00"/>
                </a:solidFill>
              </a:rPr>
              <a:t>abbonamento</a:t>
            </a:r>
            <a:r>
              <a:rPr lang="it-IT" dirty="0"/>
              <a:t>. </a:t>
            </a:r>
          </a:p>
          <a:p>
            <a:pPr marL="0" indent="0">
              <a:buNone/>
            </a:pPr>
            <a:r>
              <a:rPr lang="it-IT" dirty="0"/>
              <a:t>Dopo qualche minuto Marina riceve una </a:t>
            </a:r>
            <a:r>
              <a:rPr lang="it-IT" dirty="0">
                <a:solidFill>
                  <a:srgbClr val="FFFF00"/>
                </a:solidFill>
              </a:rPr>
              <a:t>notifica</a:t>
            </a:r>
            <a:r>
              <a:rPr lang="it-IT" dirty="0"/>
              <a:t> di presa in carico della richiesta da parte del sistema.</a:t>
            </a:r>
          </a:p>
          <a:p>
            <a:pPr marL="0" indent="0">
              <a:buNone/>
            </a:pPr>
            <a:r>
              <a:rPr lang="it-IT" dirty="0"/>
              <a:t>{il sistema (</a:t>
            </a:r>
            <a:r>
              <a:rPr lang="it-IT" dirty="0">
                <a:solidFill>
                  <a:srgbClr val="FFFF00"/>
                </a:solidFill>
              </a:rPr>
              <a:t>inventario</a:t>
            </a:r>
            <a:r>
              <a:rPr lang="it-IT" dirty="0"/>
              <a:t>) cerca una copia da riservare per il prestito}</a:t>
            </a:r>
          </a:p>
          <a:p>
            <a:pPr marL="0" indent="0">
              <a:buNone/>
            </a:pPr>
            <a:r>
              <a:rPr lang="it-IT" dirty="0"/>
              <a:t>Il giorno dopo Marina riceve una </a:t>
            </a:r>
            <a:r>
              <a:rPr lang="it-IT" dirty="0">
                <a:solidFill>
                  <a:srgbClr val="FFFF00"/>
                </a:solidFill>
              </a:rPr>
              <a:t>notifica</a:t>
            </a:r>
            <a:r>
              <a:rPr lang="it-IT" dirty="0"/>
              <a:t> che l’avvisa che la copia riservata la attende in libreria.</a:t>
            </a:r>
          </a:p>
          <a:p>
            <a:pPr marL="0" lvl="0" indent="0">
              <a:buNone/>
            </a:pPr>
            <a:r>
              <a:rPr lang="it-IT" dirty="0"/>
              <a:t>Va in libreria dove il </a:t>
            </a:r>
            <a:r>
              <a:rPr lang="it-IT" dirty="0">
                <a:solidFill>
                  <a:schemeClr val="bg1"/>
                </a:solidFill>
              </a:rPr>
              <a:t>commesso</a:t>
            </a:r>
            <a:r>
              <a:rPr lang="it-IT" dirty="0">
                <a:solidFill>
                  <a:srgbClr val="FFFF00"/>
                </a:solidFill>
              </a:rPr>
              <a:t> </a:t>
            </a:r>
            <a:r>
              <a:rPr lang="it-IT" dirty="0"/>
              <a:t>{</a:t>
            </a:r>
            <a:r>
              <a:rPr lang="it-IT" dirty="0">
                <a:solidFill>
                  <a:srgbClr val="FFFF00"/>
                </a:solidFill>
              </a:rPr>
              <a:t>impiegato</a:t>
            </a:r>
            <a:r>
              <a:rPr lang="it-IT" dirty="0"/>
              <a:t>} le consegna il libro che aveva già messo da parte.</a:t>
            </a:r>
            <a:endParaRPr dirty="0"/>
          </a:p>
        </p:txBody>
      </p:sp>
      <p:sp>
        <p:nvSpPr>
          <p:cNvPr id="154" name="Google Shape;154;p14">
            <a:extLst>
              <a:ext uri="{FF2B5EF4-FFF2-40B4-BE49-F238E27FC236}">
                <a16:creationId xmlns:a16="http://schemas.microsoft.com/office/drawing/2014/main" id="{4A46F62F-D2E7-3B97-058D-04A858942B5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5429949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8C6996B2-574F-0F43-E7FB-D0A9334B1586}"/>
            </a:ext>
          </a:extLst>
        </p:cNvPr>
        <p:cNvGrpSpPr/>
        <p:nvPr/>
      </p:nvGrpSpPr>
      <p:grpSpPr>
        <a:xfrm>
          <a:off x="0" y="0"/>
          <a:ext cx="0" cy="0"/>
          <a:chOff x="0" y="0"/>
          <a:chExt cx="0" cy="0"/>
        </a:xfrm>
      </p:grpSpPr>
      <p:sp>
        <p:nvSpPr>
          <p:cNvPr id="152" name="Google Shape;152;p14">
            <a:extLst>
              <a:ext uri="{FF2B5EF4-FFF2-40B4-BE49-F238E27FC236}">
                <a16:creationId xmlns:a16="http://schemas.microsoft.com/office/drawing/2014/main" id="{EA0A97C8-F075-D261-4800-11318D0813BB}"/>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IT" sz="3200" b="1" dirty="0">
                <a:solidFill>
                  <a:srgbClr val="FFE599"/>
                </a:solidFill>
                <a:latin typeface="Nunito"/>
                <a:ea typeface="Nunito"/>
                <a:cs typeface="Nunito"/>
                <a:sym typeface="Nunito"/>
              </a:rPr>
              <a:t>User stories - Consegna  </a:t>
            </a:r>
            <a:endParaRPr sz="3200" b="1" dirty="0">
              <a:solidFill>
                <a:srgbClr val="FFE599"/>
              </a:solidFill>
              <a:latin typeface="Nunito"/>
              <a:ea typeface="Nunito"/>
              <a:cs typeface="Nunito"/>
              <a:sym typeface="Nunito"/>
            </a:endParaRPr>
          </a:p>
          <a:p>
            <a:pPr marL="0" lvl="0" indent="0" algn="l" rtl="0">
              <a:spcBef>
                <a:spcPts val="0"/>
              </a:spcBef>
              <a:spcAft>
                <a:spcPts val="0"/>
              </a:spcAft>
              <a:buNone/>
            </a:pPr>
            <a:endParaRPr dirty="0"/>
          </a:p>
        </p:txBody>
      </p:sp>
      <p:sp>
        <p:nvSpPr>
          <p:cNvPr id="153" name="Google Shape;153;p14">
            <a:extLst>
              <a:ext uri="{FF2B5EF4-FFF2-40B4-BE49-F238E27FC236}">
                <a16:creationId xmlns:a16="http://schemas.microsoft.com/office/drawing/2014/main" id="{1F5CABE0-7BCF-F104-6B07-6262907AB4BD}"/>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buNone/>
            </a:pPr>
            <a:r>
              <a:rPr lang="it-IT" dirty="0"/>
              <a:t>Gustavo </a:t>
            </a:r>
            <a:r>
              <a:rPr lang="it-IT" dirty="0">
                <a:solidFill>
                  <a:srgbClr val="FFFF00"/>
                </a:solidFill>
              </a:rPr>
              <a:t>impiegato</a:t>
            </a:r>
            <a:r>
              <a:rPr lang="it-IT" dirty="0"/>
              <a:t> di uno dei punti vendita Book2Go è appena entrato in turno.</a:t>
            </a:r>
          </a:p>
          <a:p>
            <a:pPr marL="0" lvl="0" indent="0">
              <a:buNone/>
            </a:pPr>
            <a:r>
              <a:rPr lang="it-IT" dirty="0"/>
              <a:t>Una signora di nome Olivia (</a:t>
            </a:r>
            <a:r>
              <a:rPr lang="it-IT" dirty="0">
                <a:solidFill>
                  <a:srgbClr val="FFFF00"/>
                </a:solidFill>
              </a:rPr>
              <a:t>lettore</a:t>
            </a:r>
            <a:r>
              <a:rPr lang="it-IT" dirty="0"/>
              <a:t>) gli chiede di poter ritirare il libro preso in </a:t>
            </a:r>
            <a:r>
              <a:rPr lang="it-IT" dirty="0">
                <a:solidFill>
                  <a:srgbClr val="FFFF00"/>
                </a:solidFill>
              </a:rPr>
              <a:t>prestito</a:t>
            </a:r>
            <a:r>
              <a:rPr lang="it-IT" dirty="0"/>
              <a:t> online.</a:t>
            </a:r>
          </a:p>
          <a:p>
            <a:pPr marL="0" lvl="0" indent="0">
              <a:buNone/>
            </a:pPr>
            <a:r>
              <a:rPr lang="it-IT" dirty="0"/>
              <a:t>Gustavo fa accesso al sistema e chiede alla signora se ricorda la propria </a:t>
            </a:r>
            <a:r>
              <a:rPr lang="it-IT" dirty="0">
                <a:solidFill>
                  <a:schemeClr val="bg1"/>
                </a:solidFill>
              </a:rPr>
              <a:t>mail</a:t>
            </a:r>
            <a:r>
              <a:rPr lang="it-IT" dirty="0"/>
              <a:t> o l’ </a:t>
            </a:r>
            <a:r>
              <a:rPr lang="it-IT" dirty="0">
                <a:solidFill>
                  <a:schemeClr val="bg1"/>
                </a:solidFill>
              </a:rPr>
              <a:t>username</a:t>
            </a:r>
            <a:r>
              <a:rPr lang="it-IT" dirty="0"/>
              <a:t>, non ricordandolo le chiede </a:t>
            </a:r>
            <a:r>
              <a:rPr lang="it-IT" dirty="0">
                <a:solidFill>
                  <a:schemeClr val="bg1"/>
                </a:solidFill>
              </a:rPr>
              <a:t>nome</a:t>
            </a:r>
            <a:r>
              <a:rPr lang="it-IT" dirty="0"/>
              <a:t>, </a:t>
            </a:r>
            <a:r>
              <a:rPr lang="it-IT" dirty="0">
                <a:solidFill>
                  <a:schemeClr val="bg1"/>
                </a:solidFill>
              </a:rPr>
              <a:t>cognome</a:t>
            </a:r>
            <a:r>
              <a:rPr lang="it-IT" dirty="0"/>
              <a:t> e dove abita {</a:t>
            </a:r>
            <a:r>
              <a:rPr lang="it-IT" dirty="0">
                <a:solidFill>
                  <a:schemeClr val="bg1"/>
                </a:solidFill>
              </a:rPr>
              <a:t>Indirizzo</a:t>
            </a:r>
            <a:r>
              <a:rPr lang="it-IT" dirty="0"/>
              <a:t>}, riuscendo così ad identificarla.</a:t>
            </a:r>
          </a:p>
          <a:p>
            <a:pPr marL="0" lvl="0" indent="0">
              <a:buNone/>
            </a:pPr>
            <a:r>
              <a:rPr lang="it-IT" dirty="0"/>
              <a:t>Ottiene così </a:t>
            </a:r>
            <a:r>
              <a:rPr lang="it-IT" dirty="0">
                <a:solidFill>
                  <a:schemeClr val="bg1"/>
                </a:solidFill>
              </a:rPr>
              <a:t>l’identificatore</a:t>
            </a:r>
            <a:r>
              <a:rPr lang="it-IT" dirty="0"/>
              <a:t> del </a:t>
            </a:r>
            <a:r>
              <a:rPr lang="it-IT" dirty="0">
                <a:solidFill>
                  <a:schemeClr val="bg1"/>
                </a:solidFill>
              </a:rPr>
              <a:t>libro</a:t>
            </a:r>
            <a:r>
              <a:rPr lang="it-IT" dirty="0"/>
              <a:t> scelto e lo cerca tra i libri nel retro del negozio. Segna nel sistema di averlo consegnato e lo cede a Olivia, ricordandole la data di restituzione.</a:t>
            </a:r>
          </a:p>
        </p:txBody>
      </p:sp>
      <p:sp>
        <p:nvSpPr>
          <p:cNvPr id="154" name="Google Shape;154;p14">
            <a:extLst>
              <a:ext uri="{FF2B5EF4-FFF2-40B4-BE49-F238E27FC236}">
                <a16:creationId xmlns:a16="http://schemas.microsoft.com/office/drawing/2014/main" id="{4AD06687-9851-C353-555D-0D5F7CCA079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684698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a:extLst>
            <a:ext uri="{FF2B5EF4-FFF2-40B4-BE49-F238E27FC236}">
              <a16:creationId xmlns:a16="http://schemas.microsoft.com/office/drawing/2014/main" id="{AE1C3FDA-80FF-95F3-090F-089DA390ACC9}"/>
            </a:ext>
          </a:extLst>
        </p:cNvPr>
        <p:cNvGrpSpPr/>
        <p:nvPr/>
      </p:nvGrpSpPr>
      <p:grpSpPr>
        <a:xfrm>
          <a:off x="0" y="0"/>
          <a:ext cx="0" cy="0"/>
          <a:chOff x="0" y="0"/>
          <a:chExt cx="0" cy="0"/>
        </a:xfrm>
      </p:grpSpPr>
      <p:sp>
        <p:nvSpPr>
          <p:cNvPr id="152" name="Google Shape;152;p14">
            <a:extLst>
              <a:ext uri="{FF2B5EF4-FFF2-40B4-BE49-F238E27FC236}">
                <a16:creationId xmlns:a16="http://schemas.microsoft.com/office/drawing/2014/main" id="{1DCD322D-0C80-64CF-FE6D-6367CEB7EFC6}"/>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IT" sz="3200" b="1" dirty="0">
                <a:solidFill>
                  <a:srgbClr val="FFE599"/>
                </a:solidFill>
                <a:latin typeface="Nunito"/>
                <a:ea typeface="Nunito"/>
                <a:cs typeface="Nunito"/>
                <a:sym typeface="Nunito"/>
              </a:rPr>
              <a:t>User stories – Nuovi arrivi </a:t>
            </a:r>
            <a:endParaRPr sz="3200" b="1" dirty="0">
              <a:solidFill>
                <a:srgbClr val="FFE599"/>
              </a:solidFill>
              <a:latin typeface="Nunito"/>
              <a:ea typeface="Nunito"/>
              <a:cs typeface="Nunito"/>
              <a:sym typeface="Nunito"/>
            </a:endParaRPr>
          </a:p>
          <a:p>
            <a:pPr marL="0" lvl="0" indent="0" algn="l" rtl="0">
              <a:spcBef>
                <a:spcPts val="0"/>
              </a:spcBef>
              <a:spcAft>
                <a:spcPts val="0"/>
              </a:spcAft>
              <a:buNone/>
            </a:pPr>
            <a:endParaRPr dirty="0"/>
          </a:p>
        </p:txBody>
      </p:sp>
      <p:sp>
        <p:nvSpPr>
          <p:cNvPr id="153" name="Google Shape;153;p14">
            <a:extLst>
              <a:ext uri="{FF2B5EF4-FFF2-40B4-BE49-F238E27FC236}">
                <a16:creationId xmlns:a16="http://schemas.microsoft.com/office/drawing/2014/main" id="{14E034D7-2D93-40D7-4009-AF5EB1209C95}"/>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lnSpcReduction="10000"/>
          </a:bodyPr>
          <a:lstStyle/>
          <a:p>
            <a:pPr marL="146050" indent="0">
              <a:buNone/>
            </a:pPr>
            <a:r>
              <a:rPr lang="it-IT" dirty="0"/>
              <a:t>Marco, </a:t>
            </a:r>
            <a:r>
              <a:rPr lang="it-IT" dirty="0">
                <a:solidFill>
                  <a:srgbClr val="FFFF00"/>
                </a:solidFill>
              </a:rPr>
              <a:t>responsabile</a:t>
            </a:r>
            <a:r>
              <a:rPr lang="it-IT" dirty="0"/>
              <a:t> Book2Go, una settimana fa ha ordinato al fornitore il nuovo </a:t>
            </a:r>
            <a:r>
              <a:rPr lang="it-IT" dirty="0">
                <a:solidFill>
                  <a:srgbClr val="FFFF00"/>
                </a:solidFill>
              </a:rPr>
              <a:t>libro</a:t>
            </a:r>
            <a:r>
              <a:rPr lang="it-IT" dirty="0"/>
              <a:t> di inchiesta della giornalista Karin. Oggi il corriere consegna il materiale e Marco procede alla verifica della merce.</a:t>
            </a:r>
          </a:p>
          <a:p>
            <a:pPr marL="146050" indent="0">
              <a:buNone/>
            </a:pPr>
            <a:r>
              <a:rPr lang="it-IT" dirty="0"/>
              <a:t>Durante il controllo nel </a:t>
            </a:r>
            <a:r>
              <a:rPr lang="it-IT" dirty="0">
                <a:solidFill>
                  <a:srgbClr val="FFFF00"/>
                </a:solidFill>
              </a:rPr>
              <a:t>catalogo</a:t>
            </a:r>
            <a:r>
              <a:rPr lang="it-IT" dirty="0"/>
              <a:t> di sistema, nota che il </a:t>
            </a:r>
            <a:r>
              <a:rPr lang="it-IT" dirty="0">
                <a:solidFill>
                  <a:schemeClr val="bg1"/>
                </a:solidFill>
              </a:rPr>
              <a:t>libro</a:t>
            </a:r>
            <a:r>
              <a:rPr lang="it-IT" dirty="0"/>
              <a:t> non esiste ancora. Inserisce quindi il libro con una </a:t>
            </a:r>
            <a:r>
              <a:rPr lang="it-IT" dirty="0">
                <a:solidFill>
                  <a:schemeClr val="bg1"/>
                </a:solidFill>
              </a:rPr>
              <a:t>descrizione</a:t>
            </a:r>
            <a:r>
              <a:rPr lang="it-IT" dirty="0"/>
              <a:t>, le sue </a:t>
            </a:r>
            <a:r>
              <a:rPr lang="it-IT" dirty="0">
                <a:solidFill>
                  <a:schemeClr val="bg1"/>
                </a:solidFill>
              </a:rPr>
              <a:t>caratteristiche</a:t>
            </a:r>
            <a:r>
              <a:rPr lang="it-IT" dirty="0"/>
              <a:t> e i </a:t>
            </a:r>
            <a:r>
              <a:rPr lang="it-IT" dirty="0">
                <a:solidFill>
                  <a:schemeClr val="bg1"/>
                </a:solidFill>
              </a:rPr>
              <a:t>tag</a:t>
            </a:r>
            <a:r>
              <a:rPr lang="it-IT" dirty="0"/>
              <a:t> che secondo lui possono essere utili al sistema {</a:t>
            </a:r>
            <a:r>
              <a:rPr lang="it-IT" dirty="0">
                <a:solidFill>
                  <a:srgbClr val="FFFF00"/>
                </a:solidFill>
              </a:rPr>
              <a:t>raccomandazioni</a:t>
            </a:r>
            <a:r>
              <a:rPr lang="it-IT" dirty="0"/>
              <a:t>} per raccomandarlo  ai lettori. </a:t>
            </a:r>
          </a:p>
          <a:p>
            <a:pPr marL="146050" indent="0">
              <a:buNone/>
            </a:pPr>
            <a:r>
              <a:rPr lang="it-IT" dirty="0"/>
              <a:t>Una parte dei volumi ricevuti è in </a:t>
            </a:r>
            <a:r>
              <a:rPr lang="it-IT" dirty="0">
                <a:solidFill>
                  <a:schemeClr val="bg1"/>
                </a:solidFill>
              </a:rPr>
              <a:t>formato</a:t>
            </a:r>
            <a:r>
              <a:rPr lang="it-IT" dirty="0"/>
              <a:t> </a:t>
            </a:r>
            <a:r>
              <a:rPr lang="it-IT" b="1" dirty="0"/>
              <a:t>copertina rigida </a:t>
            </a:r>
            <a:r>
              <a:rPr lang="it-IT" dirty="0"/>
              <a:t>mentre il restante ha la </a:t>
            </a:r>
            <a:r>
              <a:rPr lang="it-IT" b="1" dirty="0"/>
              <a:t>copertina flessibile, </a:t>
            </a:r>
            <a:r>
              <a:rPr lang="it-IT" dirty="0"/>
              <a:t>registra quindi i 2 nuovi formati con  il relativo </a:t>
            </a:r>
            <a:r>
              <a:rPr lang="it-IT" b="1" dirty="0"/>
              <a:t>prezzo di vendita</a:t>
            </a:r>
            <a:endParaRPr lang="it-IT" dirty="0"/>
          </a:p>
          <a:p>
            <a:pPr marL="146050" indent="0">
              <a:buNone/>
            </a:pPr>
            <a:r>
              <a:rPr lang="it-IT" dirty="0"/>
              <a:t>Una volta completato l’inserimento, Marco decide di destinare </a:t>
            </a:r>
            <a:r>
              <a:rPr lang="it-IT" b="1" dirty="0"/>
              <a:t>10 copie</a:t>
            </a:r>
            <a:r>
              <a:rPr lang="it-IT" dirty="0"/>
              <a:t> al servizio di </a:t>
            </a:r>
            <a:r>
              <a:rPr lang="it-IT" b="1" dirty="0"/>
              <a:t>prestito per gli utenti {</a:t>
            </a:r>
            <a:r>
              <a:rPr lang="it-IT" b="1" dirty="0">
                <a:solidFill>
                  <a:srgbClr val="FFFF00"/>
                </a:solidFill>
              </a:rPr>
              <a:t>lettore</a:t>
            </a:r>
            <a:r>
              <a:rPr lang="it-IT" b="1" dirty="0"/>
              <a:t>} abbonati </a:t>
            </a:r>
            <a:r>
              <a:rPr lang="it-IT" dirty="0"/>
              <a:t>con il livello massimo di </a:t>
            </a:r>
            <a:r>
              <a:rPr lang="it-IT" dirty="0">
                <a:solidFill>
                  <a:srgbClr val="FFFF00"/>
                </a:solidFill>
              </a:rPr>
              <a:t>abbonamento</a:t>
            </a:r>
            <a:r>
              <a:rPr lang="it-IT" dirty="0"/>
              <a:t>. </a:t>
            </a:r>
          </a:p>
          <a:p>
            <a:pPr marL="146050" indent="0">
              <a:buNone/>
            </a:pPr>
            <a:r>
              <a:rPr lang="it-IT" dirty="0"/>
              <a:t>Le restanti </a:t>
            </a:r>
            <a:r>
              <a:rPr lang="it-IT" dirty="0">
                <a:solidFill>
                  <a:schemeClr val="bg1"/>
                </a:solidFill>
              </a:rPr>
              <a:t>copie</a:t>
            </a:r>
            <a:r>
              <a:rPr lang="it-IT" dirty="0"/>
              <a:t> vengono messe nello </a:t>
            </a:r>
            <a:r>
              <a:rPr lang="it-IT" dirty="0">
                <a:solidFill>
                  <a:schemeClr val="bg1"/>
                </a:solidFill>
              </a:rPr>
              <a:t>stock</a:t>
            </a:r>
            <a:r>
              <a:rPr lang="it-IT" dirty="0"/>
              <a:t> di </a:t>
            </a:r>
            <a:r>
              <a:rPr lang="it-IT" dirty="0">
                <a:solidFill>
                  <a:srgbClr val="FFFF00"/>
                </a:solidFill>
              </a:rPr>
              <a:t>magazzino {inventario}</a:t>
            </a:r>
            <a:r>
              <a:rPr lang="it-IT" dirty="0"/>
              <a:t> e il </a:t>
            </a:r>
            <a:r>
              <a:rPr lang="it-IT" dirty="0">
                <a:solidFill>
                  <a:srgbClr val="FFFF00"/>
                </a:solidFill>
              </a:rPr>
              <a:t>catalogo</a:t>
            </a:r>
            <a:r>
              <a:rPr lang="it-IT" dirty="0"/>
              <a:t> mostra il cambiamento da non disponibile a disponibile.</a:t>
            </a:r>
          </a:p>
        </p:txBody>
      </p:sp>
      <p:sp>
        <p:nvSpPr>
          <p:cNvPr id="154" name="Google Shape;154;p14">
            <a:extLst>
              <a:ext uri="{FF2B5EF4-FFF2-40B4-BE49-F238E27FC236}">
                <a16:creationId xmlns:a16="http://schemas.microsoft.com/office/drawing/2014/main" id="{E90F7546-D6AB-CB7F-38AB-835192A899DC}"/>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529646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1294B8-90EA-4555-7194-0E005B6D9C01}"/>
              </a:ext>
            </a:extLst>
          </p:cNvPr>
          <p:cNvSpPr>
            <a:spLocks noGrp="1"/>
          </p:cNvSpPr>
          <p:nvPr>
            <p:ph type="title"/>
          </p:nvPr>
        </p:nvSpPr>
        <p:spPr/>
        <p:txBody>
          <a:bodyPr/>
          <a:lstStyle/>
          <a:p>
            <a:r>
              <a:rPr lang="it-IT" b="1" dirty="0">
                <a:solidFill>
                  <a:srgbClr val="FFE599"/>
                </a:solidFill>
                <a:latin typeface="Nunito"/>
                <a:ea typeface="Nunito"/>
                <a:cs typeface="Nunito"/>
                <a:sym typeface="Nunito"/>
              </a:rPr>
              <a:t>Agile - Nuovi arrivi  </a:t>
            </a:r>
            <a:endParaRPr lang="it-IT" dirty="0"/>
          </a:p>
        </p:txBody>
      </p:sp>
      <p:sp>
        <p:nvSpPr>
          <p:cNvPr id="3" name="Segnaposto testo 2">
            <a:extLst>
              <a:ext uri="{FF2B5EF4-FFF2-40B4-BE49-F238E27FC236}">
                <a16:creationId xmlns:a16="http://schemas.microsoft.com/office/drawing/2014/main" id="{EEB6FDEF-AF95-32AF-BF37-752AB5B258A0}"/>
              </a:ext>
            </a:extLst>
          </p:cNvPr>
          <p:cNvSpPr>
            <a:spLocks noGrp="1"/>
          </p:cNvSpPr>
          <p:nvPr>
            <p:ph type="body" idx="1"/>
          </p:nvPr>
        </p:nvSpPr>
        <p:spPr>
          <a:xfrm>
            <a:off x="172086" y="1229257"/>
            <a:ext cx="4294408" cy="1914204"/>
          </a:xfrm>
        </p:spPr>
        <p:txBody>
          <a:bodyPr>
            <a:normAutofit lnSpcReduction="10000"/>
          </a:bodyPr>
          <a:lstStyle/>
          <a:p>
            <a:pPr marL="146050" indent="0">
              <a:buNone/>
            </a:pPr>
            <a:r>
              <a:rPr lang="it-IT" sz="1100" b="1" dirty="0"/>
              <a:t>Come</a:t>
            </a:r>
            <a:r>
              <a:rPr lang="it-IT" sz="1100" dirty="0"/>
              <a:t> responsabile</a:t>
            </a:r>
            <a:br>
              <a:rPr lang="it-IT" sz="1100" dirty="0"/>
            </a:br>
            <a:r>
              <a:rPr lang="it-IT" sz="1100" b="1" dirty="0"/>
              <a:t>voglio</a:t>
            </a:r>
            <a:r>
              <a:rPr lang="it-IT" sz="1100" dirty="0"/>
              <a:t> inserire un nuovo libro (elemento di catalogo) con descrizione e caratteristiche</a:t>
            </a:r>
            <a:br>
              <a:rPr lang="it-IT" sz="1100" dirty="0"/>
            </a:br>
            <a:r>
              <a:rPr lang="it-IT" sz="1100" b="1" dirty="0"/>
              <a:t>così da</a:t>
            </a:r>
            <a:r>
              <a:rPr lang="it-IT" sz="1100" dirty="0"/>
              <a:t> poterlo gestire all’interno del sistema</a:t>
            </a:r>
          </a:p>
          <a:p>
            <a:pPr marL="146050" indent="0">
              <a:buNone/>
            </a:pPr>
            <a:endParaRPr lang="it-IT" sz="1100" dirty="0"/>
          </a:p>
          <a:p>
            <a:pPr marL="146050" indent="0">
              <a:buNone/>
            </a:pPr>
            <a:r>
              <a:rPr lang="it-IT" sz="1100" b="1" dirty="0" err="1"/>
              <a:t>Acceptance</a:t>
            </a:r>
            <a:r>
              <a:rPr lang="it-IT" sz="1100" b="1" dirty="0"/>
              <a:t> </a:t>
            </a:r>
            <a:r>
              <a:rPr lang="it-IT" sz="1100" b="1" dirty="0" err="1"/>
              <a:t>Criteria</a:t>
            </a:r>
            <a:endParaRPr lang="it-IT" sz="1100" dirty="0"/>
          </a:p>
          <a:p>
            <a:pPr marL="146050" indent="0">
              <a:buNone/>
            </a:pPr>
            <a:r>
              <a:rPr lang="it-IT" sz="1100" dirty="0"/>
              <a:t>Il libro può essere inserito solo se non esiste già nel catalogo</a:t>
            </a:r>
          </a:p>
          <a:p>
            <a:pPr marL="146050" indent="0">
              <a:buNone/>
            </a:pPr>
            <a:r>
              <a:rPr lang="it-IT" sz="1100" dirty="0"/>
              <a:t>Titolo e autore sono obbligatori</a:t>
            </a:r>
          </a:p>
          <a:p>
            <a:pPr marL="146050" indent="0">
              <a:buNone/>
            </a:pPr>
            <a:r>
              <a:rPr lang="it-IT" sz="1100" dirty="0"/>
              <a:t>Il libro viene creato con stato iniziale “non disponibile”</a:t>
            </a:r>
          </a:p>
          <a:p>
            <a:pPr marL="146050" indent="0">
              <a:buNone/>
            </a:pPr>
            <a:endParaRPr lang="it-IT" dirty="0"/>
          </a:p>
        </p:txBody>
      </p:sp>
      <p:sp>
        <p:nvSpPr>
          <p:cNvPr id="4" name="Segnaposto numero diapositiva 3">
            <a:extLst>
              <a:ext uri="{FF2B5EF4-FFF2-40B4-BE49-F238E27FC236}">
                <a16:creationId xmlns:a16="http://schemas.microsoft.com/office/drawing/2014/main" id="{567BB112-89FA-0585-9B92-C27DAE4D03C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Segnaposto testo 2">
            <a:extLst>
              <a:ext uri="{FF2B5EF4-FFF2-40B4-BE49-F238E27FC236}">
                <a16:creationId xmlns:a16="http://schemas.microsoft.com/office/drawing/2014/main" id="{EC2ED2AA-CBCB-ABB0-4A2C-F3FB9F4485A5}"/>
              </a:ext>
            </a:extLst>
          </p:cNvPr>
          <p:cNvSpPr txBox="1">
            <a:spLocks/>
          </p:cNvSpPr>
          <p:nvPr/>
        </p:nvSpPr>
        <p:spPr>
          <a:xfrm>
            <a:off x="4677506" y="870235"/>
            <a:ext cx="4294408" cy="1914204"/>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146050" indent="0">
              <a:buNone/>
            </a:pPr>
            <a:r>
              <a:rPr lang="it-IT" sz="1100" b="1" dirty="0"/>
              <a:t>Come</a:t>
            </a:r>
            <a:r>
              <a:rPr lang="it-IT" sz="1100" dirty="0"/>
              <a:t> responsabile</a:t>
            </a:r>
            <a:br>
              <a:rPr lang="it-IT" sz="1100" dirty="0"/>
            </a:br>
            <a:r>
              <a:rPr lang="it-IT" sz="1100" b="1" dirty="0"/>
              <a:t>voglio</a:t>
            </a:r>
            <a:r>
              <a:rPr lang="it-IT" sz="1100" dirty="0"/>
              <a:t> associare dei tag tematici a un libro</a:t>
            </a:r>
            <a:br>
              <a:rPr lang="it-IT" sz="1100" dirty="0"/>
            </a:br>
            <a:r>
              <a:rPr lang="it-IT" sz="1100" b="1" dirty="0"/>
              <a:t>così da</a:t>
            </a:r>
            <a:r>
              <a:rPr lang="it-IT" sz="1100" dirty="0"/>
              <a:t> permettere al sistema di raccomandarlo ai lettori</a:t>
            </a:r>
          </a:p>
          <a:p>
            <a:pPr marL="146050" indent="0">
              <a:buNone/>
            </a:pPr>
            <a:endParaRPr lang="it-IT" sz="1100" dirty="0"/>
          </a:p>
          <a:p>
            <a:pPr marL="146050" indent="0">
              <a:buNone/>
            </a:pPr>
            <a:r>
              <a:rPr lang="it-IT" sz="1100" b="1" dirty="0" err="1"/>
              <a:t>Acceptance</a:t>
            </a:r>
            <a:r>
              <a:rPr lang="it-IT" sz="1100" b="1" dirty="0"/>
              <a:t> </a:t>
            </a:r>
            <a:r>
              <a:rPr lang="it-IT" sz="1100" b="1" dirty="0" err="1"/>
              <a:t>Criteria</a:t>
            </a:r>
            <a:endParaRPr lang="it-IT" sz="1100" dirty="0"/>
          </a:p>
          <a:p>
            <a:pPr marL="146050" indent="0">
              <a:buNone/>
            </a:pPr>
            <a:r>
              <a:rPr lang="it-IT" sz="1100" dirty="0"/>
              <a:t>I tag possono essere selezionati da un elenco esistente o creati ex novo</a:t>
            </a:r>
          </a:p>
          <a:p>
            <a:pPr marL="146050" indent="0">
              <a:buNone/>
            </a:pPr>
            <a:r>
              <a:rPr lang="it-IT" sz="1100" dirty="0"/>
              <a:t>È possibile associare più tag allo stesso libro</a:t>
            </a:r>
          </a:p>
          <a:p>
            <a:pPr marL="146050" indent="0">
              <a:buNone/>
            </a:pPr>
            <a:r>
              <a:rPr lang="it-IT" sz="1100" dirty="0"/>
              <a:t>I tag sono salvati e visibili al sistema di raccomandazione</a:t>
            </a:r>
          </a:p>
          <a:p>
            <a:pPr marL="146050" indent="0">
              <a:buFont typeface="Lato"/>
              <a:buNone/>
            </a:pPr>
            <a:endParaRPr lang="it-IT" dirty="0"/>
          </a:p>
        </p:txBody>
      </p:sp>
      <p:sp>
        <p:nvSpPr>
          <p:cNvPr id="6" name="Segnaposto testo 2">
            <a:extLst>
              <a:ext uri="{FF2B5EF4-FFF2-40B4-BE49-F238E27FC236}">
                <a16:creationId xmlns:a16="http://schemas.microsoft.com/office/drawing/2014/main" id="{D7937E75-7CB7-025D-621C-14D30EF3E065}"/>
              </a:ext>
            </a:extLst>
          </p:cNvPr>
          <p:cNvSpPr txBox="1">
            <a:spLocks/>
          </p:cNvSpPr>
          <p:nvPr/>
        </p:nvSpPr>
        <p:spPr>
          <a:xfrm>
            <a:off x="196708" y="3106625"/>
            <a:ext cx="4294408" cy="2033261"/>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146050" indent="0">
              <a:buNone/>
            </a:pPr>
            <a:r>
              <a:rPr lang="it-IT" sz="1100" b="1" dirty="0"/>
              <a:t>Come</a:t>
            </a:r>
            <a:r>
              <a:rPr lang="it-IT" sz="1100" dirty="0"/>
              <a:t> responsabile</a:t>
            </a:r>
            <a:br>
              <a:rPr lang="it-IT" sz="1100" dirty="0"/>
            </a:br>
            <a:r>
              <a:rPr lang="it-IT" sz="1100" b="1" dirty="0"/>
              <a:t>voglio</a:t>
            </a:r>
            <a:r>
              <a:rPr lang="it-IT" sz="1100" dirty="0"/>
              <a:t> registrare più formati dello stesso libro con prezzi differenti</a:t>
            </a:r>
            <a:br>
              <a:rPr lang="it-IT" sz="1100" dirty="0"/>
            </a:br>
            <a:r>
              <a:rPr lang="it-IT" sz="1100" b="1" dirty="0"/>
              <a:t>così da</a:t>
            </a:r>
            <a:r>
              <a:rPr lang="it-IT" sz="1100" dirty="0"/>
              <a:t> consentire la vendita del libro in versioni diverse</a:t>
            </a:r>
          </a:p>
          <a:p>
            <a:pPr marL="146050" indent="0">
              <a:buNone/>
            </a:pPr>
            <a:endParaRPr lang="it-IT" sz="1100" dirty="0"/>
          </a:p>
          <a:p>
            <a:pPr marL="146050" indent="0">
              <a:buNone/>
            </a:pPr>
            <a:r>
              <a:rPr lang="it-IT" sz="1100" b="1" dirty="0" err="1"/>
              <a:t>Acceptance</a:t>
            </a:r>
            <a:r>
              <a:rPr lang="it-IT" sz="1100" b="1" dirty="0"/>
              <a:t> </a:t>
            </a:r>
            <a:r>
              <a:rPr lang="it-IT" sz="1100" b="1" dirty="0" err="1"/>
              <a:t>Criteria</a:t>
            </a:r>
            <a:endParaRPr lang="it-IT" sz="1100" dirty="0"/>
          </a:p>
          <a:p>
            <a:pPr marL="146050" indent="0">
              <a:buNone/>
            </a:pPr>
            <a:r>
              <a:rPr lang="it-IT" sz="1100" dirty="0"/>
              <a:t>Ogni formato è associato ad un solo libro</a:t>
            </a:r>
          </a:p>
          <a:p>
            <a:pPr marL="146050" indent="0">
              <a:buNone/>
            </a:pPr>
            <a:r>
              <a:rPr lang="it-IT" sz="1100" dirty="0"/>
              <a:t>Ogni formato ha un tipo (copertina rigida, copertina flessibile…)</a:t>
            </a:r>
          </a:p>
          <a:p>
            <a:pPr marL="146050" indent="0">
              <a:buNone/>
            </a:pPr>
            <a:r>
              <a:rPr lang="it-IT" sz="1100" dirty="0"/>
              <a:t>Ogni formato ha un prezzo di vendita valido (&gt;0) e possibile % sconto</a:t>
            </a:r>
          </a:p>
          <a:p>
            <a:pPr marL="146050" indent="0">
              <a:buFont typeface="Lato"/>
              <a:buNone/>
            </a:pPr>
            <a:endParaRPr lang="it-IT" dirty="0"/>
          </a:p>
        </p:txBody>
      </p:sp>
      <p:sp>
        <p:nvSpPr>
          <p:cNvPr id="7" name="Segnaposto testo 2">
            <a:extLst>
              <a:ext uri="{FF2B5EF4-FFF2-40B4-BE49-F238E27FC236}">
                <a16:creationId xmlns:a16="http://schemas.microsoft.com/office/drawing/2014/main" id="{C85CD1C1-0411-6040-81A5-B8310EB91193}"/>
              </a:ext>
            </a:extLst>
          </p:cNvPr>
          <p:cNvSpPr txBox="1">
            <a:spLocks/>
          </p:cNvSpPr>
          <p:nvPr/>
        </p:nvSpPr>
        <p:spPr>
          <a:xfrm>
            <a:off x="4677506" y="3015853"/>
            <a:ext cx="4294408" cy="1914204"/>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146050" indent="0">
              <a:buNone/>
            </a:pPr>
            <a:r>
              <a:rPr lang="it-IT" sz="1100" b="1" dirty="0"/>
              <a:t>Come</a:t>
            </a:r>
            <a:r>
              <a:rPr lang="it-IT" sz="1100" dirty="0"/>
              <a:t> sistema</a:t>
            </a:r>
            <a:br>
              <a:rPr lang="it-IT" sz="1100" dirty="0"/>
            </a:br>
            <a:r>
              <a:rPr lang="it-IT" sz="1100" b="1" dirty="0"/>
              <a:t>voglio</a:t>
            </a:r>
            <a:r>
              <a:rPr lang="it-IT" sz="1100" dirty="0"/>
              <a:t> aggiornare automaticamente lo stato di disponibilità del formato nel catalogo</a:t>
            </a:r>
            <a:br>
              <a:rPr lang="it-IT" sz="1100" dirty="0"/>
            </a:br>
            <a:r>
              <a:rPr lang="it-IT" sz="1100" b="1" dirty="0"/>
              <a:t>così da</a:t>
            </a:r>
            <a:r>
              <a:rPr lang="it-IT" sz="1100" dirty="0"/>
              <a:t> mostrare ai lettori se il libro è acquistabile o meno</a:t>
            </a:r>
          </a:p>
          <a:p>
            <a:pPr marL="146050" indent="0">
              <a:buNone/>
            </a:pPr>
            <a:endParaRPr lang="it-IT" sz="1100" dirty="0"/>
          </a:p>
          <a:p>
            <a:pPr marL="146050" indent="0">
              <a:buNone/>
            </a:pPr>
            <a:r>
              <a:rPr lang="it-IT" sz="1100" b="1" dirty="0" err="1"/>
              <a:t>Acceptance</a:t>
            </a:r>
            <a:r>
              <a:rPr lang="it-IT" sz="1100" b="1" dirty="0"/>
              <a:t> </a:t>
            </a:r>
            <a:r>
              <a:rPr lang="it-IT" sz="1100" b="1" dirty="0" err="1"/>
              <a:t>Criteria</a:t>
            </a:r>
            <a:endParaRPr lang="it-IT" sz="1100" dirty="0"/>
          </a:p>
          <a:p>
            <a:pPr marL="146050" indent="0">
              <a:buNone/>
            </a:pPr>
            <a:r>
              <a:rPr lang="it-IT" sz="1100" dirty="0"/>
              <a:t>Il libro diventa “disponibile” se almeno una copia è presente in magazzino o nel servizio di prestito</a:t>
            </a:r>
          </a:p>
          <a:p>
            <a:pPr marL="146050" indent="0">
              <a:buNone/>
            </a:pPr>
            <a:r>
              <a:rPr lang="it-IT" sz="1100" dirty="0"/>
              <a:t>Il libro diventa “Out of stock” se non sono presenti copie in </a:t>
            </a:r>
            <a:r>
              <a:rPr lang="it-IT" sz="1100" dirty="0" err="1"/>
              <a:t>invetario</a:t>
            </a:r>
            <a:endParaRPr lang="it-IT" sz="1100" dirty="0"/>
          </a:p>
          <a:p>
            <a:pPr marL="146050" indent="0">
              <a:buNone/>
            </a:pPr>
            <a:r>
              <a:rPr lang="it-IT" sz="1100" dirty="0"/>
              <a:t>Il cambio di stato è immediato e visibile nel catalogo</a:t>
            </a:r>
          </a:p>
          <a:p>
            <a:pPr marL="146050" indent="0">
              <a:buFont typeface="Lato"/>
              <a:buNone/>
            </a:pPr>
            <a:endParaRPr lang="it-IT" sz="1100" dirty="0"/>
          </a:p>
          <a:p>
            <a:pPr marL="146050" indent="0">
              <a:buFont typeface="Lato"/>
              <a:buNone/>
            </a:pPr>
            <a:endParaRPr lang="it-IT" dirty="0"/>
          </a:p>
        </p:txBody>
      </p:sp>
    </p:spTree>
    <p:extLst>
      <p:ext uri="{BB962C8B-B14F-4D97-AF65-F5344CB8AC3E}">
        <p14:creationId xmlns:p14="http://schemas.microsoft.com/office/powerpoint/2010/main" val="2785640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51">
          <a:extLst>
            <a:ext uri="{FF2B5EF4-FFF2-40B4-BE49-F238E27FC236}">
              <a16:creationId xmlns:a16="http://schemas.microsoft.com/office/drawing/2014/main" id="{AF67DBFF-72A8-2841-AF69-270AA927A743}"/>
            </a:ext>
          </a:extLst>
        </p:cNvPr>
        <p:cNvGrpSpPr/>
        <p:nvPr/>
      </p:nvGrpSpPr>
      <p:grpSpPr>
        <a:xfrm>
          <a:off x="0" y="0"/>
          <a:ext cx="0" cy="0"/>
          <a:chOff x="0" y="0"/>
          <a:chExt cx="0" cy="0"/>
        </a:xfrm>
      </p:grpSpPr>
      <p:sp>
        <p:nvSpPr>
          <p:cNvPr id="152" name="Google Shape;152;p14">
            <a:extLst>
              <a:ext uri="{FF2B5EF4-FFF2-40B4-BE49-F238E27FC236}">
                <a16:creationId xmlns:a16="http://schemas.microsoft.com/office/drawing/2014/main" id="{C71714CE-C378-F7B5-6AFD-8E254D7E2216}"/>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IT" sz="3200" b="1" dirty="0">
                <a:solidFill>
                  <a:srgbClr val="FFE599"/>
                </a:solidFill>
                <a:latin typeface="Nunito"/>
                <a:ea typeface="Nunito"/>
                <a:cs typeface="Nunito"/>
                <a:sym typeface="Nunito"/>
              </a:rPr>
              <a:t>User stories - Recensioni guida </a:t>
            </a:r>
            <a:endParaRPr sz="3200" b="1" dirty="0">
              <a:solidFill>
                <a:srgbClr val="FFE599"/>
              </a:solidFill>
              <a:latin typeface="Nunito"/>
              <a:ea typeface="Nunito"/>
              <a:cs typeface="Nunito"/>
              <a:sym typeface="Nunito"/>
            </a:endParaRPr>
          </a:p>
          <a:p>
            <a:pPr marL="0" lvl="0" indent="0" algn="l" rtl="0">
              <a:spcBef>
                <a:spcPts val="0"/>
              </a:spcBef>
              <a:spcAft>
                <a:spcPts val="0"/>
              </a:spcAft>
              <a:buNone/>
            </a:pPr>
            <a:endParaRPr dirty="0"/>
          </a:p>
        </p:txBody>
      </p:sp>
      <p:sp>
        <p:nvSpPr>
          <p:cNvPr id="153" name="Google Shape;153;p14">
            <a:extLst>
              <a:ext uri="{FF2B5EF4-FFF2-40B4-BE49-F238E27FC236}">
                <a16:creationId xmlns:a16="http://schemas.microsoft.com/office/drawing/2014/main" id="{C32592BE-3138-B4E1-0C34-3293D320B0B4}"/>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buNone/>
            </a:pPr>
            <a:r>
              <a:rPr lang="it-IT" dirty="0"/>
              <a:t>Carlo {</a:t>
            </a:r>
            <a:r>
              <a:rPr lang="it-IT" dirty="0">
                <a:solidFill>
                  <a:srgbClr val="FFFF00"/>
                </a:solidFill>
              </a:rPr>
              <a:t>Lettore</a:t>
            </a:r>
            <a:r>
              <a:rPr lang="it-IT" dirty="0"/>
              <a:t>} ha appena terminato di leggere il libro che ha preso in prestito la settimana scorsa.</a:t>
            </a:r>
          </a:p>
          <a:p>
            <a:pPr marL="0" lvl="0" indent="0">
              <a:buNone/>
            </a:pPr>
            <a:r>
              <a:rPr lang="it-IT" dirty="0"/>
              <a:t>Decide di lasciare una recensione positiva elogiandone lo stile e dandogli 5 stelle su 5. </a:t>
            </a:r>
          </a:p>
          <a:p>
            <a:pPr marL="0" lvl="0" indent="0">
              <a:buNone/>
            </a:pPr>
            <a:r>
              <a:rPr lang="it-IT" dirty="0"/>
              <a:t>Il </a:t>
            </a:r>
            <a:r>
              <a:rPr lang="it-IT" dirty="0">
                <a:solidFill>
                  <a:srgbClr val="FFFF00"/>
                </a:solidFill>
              </a:rPr>
              <a:t>sistema {recensioni}</a:t>
            </a:r>
            <a:r>
              <a:rPr lang="it-IT" dirty="0"/>
              <a:t> avendo verificato che effettivamente l’utente avesse il libro da più di un giorno, pubblica la recensione ed utilizza questa recensione per consigliare libri futuri {</a:t>
            </a:r>
            <a:r>
              <a:rPr lang="it-IT" dirty="0">
                <a:solidFill>
                  <a:srgbClr val="FFFF00"/>
                </a:solidFill>
              </a:rPr>
              <a:t>raccomandazioni</a:t>
            </a:r>
            <a:r>
              <a:rPr lang="it-IT" dirty="0"/>
              <a:t>}. </a:t>
            </a:r>
          </a:p>
          <a:p>
            <a:pPr marL="0" lvl="0" indent="0">
              <a:buNone/>
            </a:pPr>
            <a:endParaRPr lang="it-IT" dirty="0"/>
          </a:p>
          <a:p>
            <a:pPr marL="0" lvl="0" indent="0">
              <a:buNone/>
            </a:pPr>
            <a:endParaRPr dirty="0"/>
          </a:p>
        </p:txBody>
      </p:sp>
      <p:sp>
        <p:nvSpPr>
          <p:cNvPr id="154" name="Google Shape;154;p14">
            <a:extLst>
              <a:ext uri="{FF2B5EF4-FFF2-40B4-BE49-F238E27FC236}">
                <a16:creationId xmlns:a16="http://schemas.microsoft.com/office/drawing/2014/main" id="{D443DC7C-F463-43CE-3D2D-2A16B10B618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959781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51">
          <a:extLst>
            <a:ext uri="{FF2B5EF4-FFF2-40B4-BE49-F238E27FC236}">
              <a16:creationId xmlns:a16="http://schemas.microsoft.com/office/drawing/2014/main" id="{C55B816B-B4ED-207B-B95F-0F4B8BE5299F}"/>
            </a:ext>
          </a:extLst>
        </p:cNvPr>
        <p:cNvGrpSpPr/>
        <p:nvPr/>
      </p:nvGrpSpPr>
      <p:grpSpPr>
        <a:xfrm>
          <a:off x="0" y="0"/>
          <a:ext cx="0" cy="0"/>
          <a:chOff x="0" y="0"/>
          <a:chExt cx="0" cy="0"/>
        </a:xfrm>
      </p:grpSpPr>
      <p:sp>
        <p:nvSpPr>
          <p:cNvPr id="152" name="Google Shape;152;p14">
            <a:extLst>
              <a:ext uri="{FF2B5EF4-FFF2-40B4-BE49-F238E27FC236}">
                <a16:creationId xmlns:a16="http://schemas.microsoft.com/office/drawing/2014/main" id="{531A1109-2048-0B45-1F7B-4D95B21B82B0}"/>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IT" sz="3200" b="1" dirty="0">
                <a:solidFill>
                  <a:srgbClr val="FFE599"/>
                </a:solidFill>
                <a:latin typeface="Nunito"/>
                <a:ea typeface="Nunito"/>
                <a:cs typeface="Nunito"/>
                <a:sym typeface="Nunito"/>
              </a:rPr>
              <a:t>User stories - </a:t>
            </a:r>
            <a:r>
              <a:rPr lang="it-IT" sz="3200" b="1" dirty="0" err="1">
                <a:solidFill>
                  <a:srgbClr val="FFE599"/>
                </a:solidFill>
                <a:latin typeface="Nunito"/>
                <a:ea typeface="Nunito"/>
                <a:cs typeface="Nunito"/>
                <a:sym typeface="Nunito"/>
              </a:rPr>
              <a:t>Topics</a:t>
            </a:r>
            <a:r>
              <a:rPr lang="it-IT" sz="3200" b="1" dirty="0">
                <a:solidFill>
                  <a:srgbClr val="FFE599"/>
                </a:solidFill>
                <a:latin typeface="Nunito"/>
                <a:ea typeface="Nunito"/>
                <a:cs typeface="Nunito"/>
                <a:sym typeface="Nunito"/>
              </a:rPr>
              <a:t> </a:t>
            </a:r>
            <a:endParaRPr sz="3200" b="1" dirty="0">
              <a:solidFill>
                <a:srgbClr val="FFE599"/>
              </a:solidFill>
              <a:latin typeface="Nunito"/>
              <a:ea typeface="Nunito"/>
              <a:cs typeface="Nunito"/>
              <a:sym typeface="Nunito"/>
            </a:endParaRPr>
          </a:p>
          <a:p>
            <a:pPr marL="0" lvl="0" indent="0" algn="l" rtl="0">
              <a:spcBef>
                <a:spcPts val="0"/>
              </a:spcBef>
              <a:spcAft>
                <a:spcPts val="0"/>
              </a:spcAft>
              <a:buNone/>
            </a:pPr>
            <a:endParaRPr dirty="0"/>
          </a:p>
        </p:txBody>
      </p:sp>
      <p:sp>
        <p:nvSpPr>
          <p:cNvPr id="153" name="Google Shape;153;p14">
            <a:extLst>
              <a:ext uri="{FF2B5EF4-FFF2-40B4-BE49-F238E27FC236}">
                <a16:creationId xmlns:a16="http://schemas.microsoft.com/office/drawing/2014/main" id="{0E6CDF3D-03D0-31E6-1E81-162A17AD8AF7}"/>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buNone/>
            </a:pPr>
            <a:r>
              <a:rPr lang="it-IT" dirty="0"/>
              <a:t>Augusto è un moderatore di Book2Go, gli è stato segnalato un problema sul  Topic «Fan dei draghi» del libro «Draghi contro Dinosauri».</a:t>
            </a:r>
          </a:p>
          <a:p>
            <a:pPr marL="0" lvl="0" indent="0">
              <a:buNone/>
            </a:pPr>
            <a:r>
              <a:rPr lang="it-IT" dirty="0"/>
              <a:t>Apre quindi la discussione in questione e nota che un utente ha lasciato un intervento contenente un grosso spoiler sul finale del libro.</a:t>
            </a:r>
          </a:p>
          <a:p>
            <a:pPr marL="0" lvl="0" indent="0">
              <a:buNone/>
            </a:pPr>
            <a:r>
              <a:rPr lang="it-IT" dirty="0"/>
              <a:t>Segna quindi l’ intervento come eliminato indicandone la motivazione.</a:t>
            </a:r>
          </a:p>
        </p:txBody>
      </p:sp>
      <p:sp>
        <p:nvSpPr>
          <p:cNvPr id="154" name="Google Shape;154;p14">
            <a:extLst>
              <a:ext uri="{FF2B5EF4-FFF2-40B4-BE49-F238E27FC236}">
                <a16:creationId xmlns:a16="http://schemas.microsoft.com/office/drawing/2014/main" id="{E83FB325-A664-8ED3-1907-21ECB6795890}"/>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993894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64109D-90BA-31C0-A143-1BEBA3089D7F}"/>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73304FD6-E2BF-D888-E16D-87C9B2C5440A}"/>
              </a:ext>
            </a:extLst>
          </p:cNvPr>
          <p:cNvSpPr>
            <a:spLocks noGrp="1"/>
          </p:cNvSpPr>
          <p:nvPr>
            <p:ph type="body" idx="1"/>
          </p:nvPr>
        </p:nvSpPr>
        <p:spPr/>
        <p:txBody>
          <a:bodyPr/>
          <a:lstStyle/>
          <a:p>
            <a:pPr marL="146050" indent="0">
              <a:buNone/>
            </a:pPr>
            <a:r>
              <a:rPr lang="it-IT" dirty="0"/>
              <a:t>Marco, responsabile di una delle librerie, decide di ospitare presso la sua biblioteca una book session sul nuovo libro della giornalista Karin sulla situazione socio-politica dei totalitarismi del 1900. Marco, decide quindi di riservare una delle sale disponibili per i successivi 4 lunedì, pubblica </a:t>
            </a:r>
            <a:r>
              <a:rPr lang="it-IT" dirty="0" err="1"/>
              <a:t>lʼ</a:t>
            </a:r>
            <a:r>
              <a:rPr lang="it-IT" dirty="0"/>
              <a:t> annuncio sul sito e decide inoltre che, per rendere la session fattibile, almeno 10 persone dovrebbero parteciparci altrimenti dovrà annullare. Dopo qualche giorno riceve conferma da un numero sufficiente di persone, la session viene confermata e vengono acquistati un numero sufficiente di libri (ad un prezzo scontato)</a:t>
            </a:r>
          </a:p>
        </p:txBody>
      </p:sp>
      <p:sp>
        <p:nvSpPr>
          <p:cNvPr id="4" name="Segnaposto numero diapositiva 3">
            <a:extLst>
              <a:ext uri="{FF2B5EF4-FFF2-40B4-BE49-F238E27FC236}">
                <a16:creationId xmlns:a16="http://schemas.microsoft.com/office/drawing/2014/main" id="{EB044871-A8FE-92B1-6460-89E5FB8028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7" name="Google Shape;152;p14">
            <a:extLst>
              <a:ext uri="{FF2B5EF4-FFF2-40B4-BE49-F238E27FC236}">
                <a16:creationId xmlns:a16="http://schemas.microsoft.com/office/drawing/2014/main" id="{0C0C0A55-24A6-BC0C-BB22-5F046126AC09}"/>
              </a:ext>
            </a:extLst>
          </p:cNvPr>
          <p:cNvSpPr txBox="1">
            <a:spLocks/>
          </p:cNvSpPr>
          <p:nvPr/>
        </p:nvSpPr>
        <p:spPr>
          <a:xfrm>
            <a:off x="1449900" y="546150"/>
            <a:ext cx="7038900" cy="9141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1pPr>
            <a:lvl2pPr marR="0" lvl="1"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2pPr>
            <a:lvl3pPr marR="0" lvl="2"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3pPr>
            <a:lvl4pPr marR="0" lvl="3"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4pPr>
            <a:lvl5pPr marR="0" lvl="4"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5pPr>
            <a:lvl6pPr marR="0" lvl="5"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6pPr>
            <a:lvl7pPr marR="0" lvl="6"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7pPr>
            <a:lvl8pPr marR="0" lvl="7"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8pPr>
            <a:lvl9pPr marR="0" lvl="8" algn="l" rtl="0">
              <a:lnSpc>
                <a:spcPct val="100000"/>
              </a:lnSpc>
              <a:spcBef>
                <a:spcPts val="0"/>
              </a:spcBef>
              <a:spcAft>
                <a:spcPts val="0"/>
              </a:spcAft>
              <a:buClr>
                <a:schemeClr val="lt1"/>
              </a:buClr>
              <a:buSzPts val="2400"/>
              <a:buFont typeface="Montserrat"/>
              <a:buNone/>
              <a:defRPr sz="2400" b="0" i="0" u="none" strike="noStrike" cap="none">
                <a:solidFill>
                  <a:schemeClr val="lt1"/>
                </a:solidFill>
                <a:latin typeface="Montserrat"/>
                <a:ea typeface="Montserrat"/>
                <a:cs typeface="Montserrat"/>
                <a:sym typeface="Montserrat"/>
              </a:defRPr>
            </a:lvl9pPr>
          </a:lstStyle>
          <a:p>
            <a:r>
              <a:rPr lang="it-IT" sz="3200" b="1" dirty="0">
                <a:solidFill>
                  <a:srgbClr val="FFE599"/>
                </a:solidFill>
                <a:latin typeface="Nunito"/>
                <a:ea typeface="Nunito"/>
                <a:cs typeface="Nunito"/>
                <a:sym typeface="Nunito"/>
              </a:rPr>
              <a:t>User stories – Book Session</a:t>
            </a:r>
          </a:p>
          <a:p>
            <a:endParaRPr lang="it-IT" dirty="0"/>
          </a:p>
        </p:txBody>
      </p:sp>
    </p:spTree>
    <p:extLst>
      <p:ext uri="{BB962C8B-B14F-4D97-AF65-F5344CB8AC3E}">
        <p14:creationId xmlns:p14="http://schemas.microsoft.com/office/powerpoint/2010/main" val="2295760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A845CB-D386-7EA6-076F-6B1938689174}"/>
              </a:ext>
            </a:extLst>
          </p:cNvPr>
          <p:cNvSpPr>
            <a:spLocks noGrp="1"/>
          </p:cNvSpPr>
          <p:nvPr>
            <p:ph type="title"/>
          </p:nvPr>
        </p:nvSpPr>
        <p:spPr>
          <a:xfrm>
            <a:off x="1327237" y="1880579"/>
            <a:ext cx="7038900" cy="914100"/>
          </a:xfrm>
        </p:spPr>
        <p:txBody>
          <a:bodyPr/>
          <a:lstStyle/>
          <a:p>
            <a:r>
              <a:rPr lang="it-IT" dirty="0"/>
              <a:t>CRC cards / DDD strategico</a:t>
            </a:r>
          </a:p>
        </p:txBody>
      </p:sp>
      <p:sp>
        <p:nvSpPr>
          <p:cNvPr id="4" name="Segnaposto numero diapositiva 3">
            <a:extLst>
              <a:ext uri="{FF2B5EF4-FFF2-40B4-BE49-F238E27FC236}">
                <a16:creationId xmlns:a16="http://schemas.microsoft.com/office/drawing/2014/main" id="{DC31AB22-6BCB-26BE-313B-C29ACB4925F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862179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98494FF3-F1A3-1072-A7A2-2A7E67F31E4F}"/>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049E88FD-B19B-9942-E8B5-A99ECC8E96E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Modifiche da Project Review 2</a:t>
            </a:r>
            <a:endParaRPr dirty="0"/>
          </a:p>
        </p:txBody>
      </p:sp>
      <p:sp>
        <p:nvSpPr>
          <p:cNvPr id="255" name="Google Shape;255;p25">
            <a:extLst>
              <a:ext uri="{FF2B5EF4-FFF2-40B4-BE49-F238E27FC236}">
                <a16:creationId xmlns:a16="http://schemas.microsoft.com/office/drawing/2014/main" id="{03518491-B890-0216-6BE7-5597188E232F}"/>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dirty="0"/>
              <a:t>Cambio di </a:t>
            </a:r>
            <a:r>
              <a:rPr lang="it-IT" sz="1400" b="1" dirty="0"/>
              <a:t>lingua:</a:t>
            </a:r>
          </a:p>
          <a:p>
            <a:pPr marL="146050" indent="0">
              <a:buNone/>
            </a:pPr>
            <a:endParaRPr lang="it-IT" sz="1400" b="1" dirty="0"/>
          </a:p>
          <a:p>
            <a:pPr marL="146050" indent="0">
              <a:buNone/>
            </a:pPr>
            <a:r>
              <a:rPr lang="it-IT" sz="1400" dirty="0"/>
              <a:t>I domini sono stati individuati inizialmente e nominati con termini presi dall’italiano (in quanto la catena di librerie l’avevo immaginata come un business legato a qualche citta italiana), ma per il DDD strategico ho preferito passare all’inglese per avvicinare la documentazione al linguaggio utilizzato durante la programmazione e ai termini usati dai DDD (Value Object, </a:t>
            </a:r>
            <a:r>
              <a:rPr lang="it-IT" sz="1400" dirty="0" err="1"/>
              <a:t>Entity</a:t>
            </a:r>
            <a:r>
              <a:rPr lang="it-IT" sz="1400" dirty="0"/>
              <a:t>, </a:t>
            </a:r>
            <a:r>
              <a:rPr lang="it-IT" sz="1400" dirty="0" err="1"/>
              <a:t>etc</a:t>
            </a:r>
            <a:r>
              <a:rPr lang="it-IT" sz="1400" dirty="0"/>
              <a:t>….). </a:t>
            </a:r>
          </a:p>
        </p:txBody>
      </p:sp>
      <p:sp>
        <p:nvSpPr>
          <p:cNvPr id="256" name="Google Shape;256;p25">
            <a:extLst>
              <a:ext uri="{FF2B5EF4-FFF2-40B4-BE49-F238E27FC236}">
                <a16:creationId xmlns:a16="http://schemas.microsoft.com/office/drawing/2014/main" id="{49091BCD-5747-CEDC-3F48-7A7DDC4402FD}"/>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4020025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49A69BCF-5B38-F2A8-1BE1-021DA174C799}"/>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1D02CE41-6C05-CF43-FB50-DE0FA5A78032}"/>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Modifiche da Project Review 2</a:t>
            </a:r>
            <a:endParaRPr dirty="0"/>
          </a:p>
        </p:txBody>
      </p:sp>
      <p:sp>
        <p:nvSpPr>
          <p:cNvPr id="255" name="Google Shape;255;p25">
            <a:extLst>
              <a:ext uri="{FF2B5EF4-FFF2-40B4-BE49-F238E27FC236}">
                <a16:creationId xmlns:a16="http://schemas.microsoft.com/office/drawing/2014/main" id="{25CBCD92-9D6B-4587-8D4A-070B31ECC7DD}"/>
              </a:ext>
            </a:extLst>
          </p:cNvPr>
          <p:cNvSpPr txBox="1">
            <a:spLocks noGrp="1"/>
          </p:cNvSpPr>
          <p:nvPr>
            <p:ph type="body" idx="1"/>
          </p:nvPr>
        </p:nvSpPr>
        <p:spPr>
          <a:xfrm>
            <a:off x="1048214" y="1397647"/>
            <a:ext cx="7288185" cy="3265570"/>
          </a:xfrm>
          <a:prstGeom prst="rect">
            <a:avLst/>
          </a:prstGeom>
        </p:spPr>
        <p:txBody>
          <a:bodyPr spcFirstLastPara="1" wrap="square" lIns="91425" tIns="91425" rIns="91425" bIns="91425" anchor="t" anchorCtr="0">
            <a:normAutofit lnSpcReduction="10000"/>
          </a:bodyPr>
          <a:lstStyle/>
          <a:p>
            <a:pPr marL="146050" indent="0">
              <a:buNone/>
            </a:pPr>
            <a:r>
              <a:rPr lang="it-IT" sz="1400" dirty="0"/>
              <a:t>Da </a:t>
            </a:r>
            <a:r>
              <a:rPr lang="it-IT" sz="1400" dirty="0" err="1"/>
              <a:t>subdomain</a:t>
            </a:r>
            <a:r>
              <a:rPr lang="it-IT" sz="1400" dirty="0"/>
              <a:t> dei </a:t>
            </a:r>
            <a:r>
              <a:rPr lang="it-IT" sz="1400" b="1" dirty="0"/>
              <a:t>Lettori </a:t>
            </a:r>
            <a:r>
              <a:rPr lang="it-IT" sz="1400" dirty="0"/>
              <a:t>è stato estratto il </a:t>
            </a:r>
            <a:r>
              <a:rPr lang="it-IT" sz="1400" dirty="0" err="1"/>
              <a:t>subdomain</a:t>
            </a:r>
            <a:r>
              <a:rPr lang="it-IT" sz="1400" dirty="0"/>
              <a:t> degli </a:t>
            </a:r>
            <a:r>
              <a:rPr lang="it-IT" sz="1400" b="1" dirty="0"/>
              <a:t>Abbonamenti, </a:t>
            </a:r>
            <a:r>
              <a:rPr lang="it-IT" sz="1400" dirty="0"/>
              <a:t>motivazione: possiamo prevedere vari livelli di abbonamento ed evoluzioni future, quindi abbiamo bisogno di una logica più complessa che deve comprendere : </a:t>
            </a:r>
          </a:p>
          <a:p>
            <a:r>
              <a:rPr lang="it-IT" sz="1400" b="1" dirty="0"/>
              <a:t>Rinnovo</a:t>
            </a:r>
          </a:p>
          <a:p>
            <a:r>
              <a:rPr lang="it-IT" sz="1400" b="1" dirty="0"/>
              <a:t>Upgrade/Downgrade</a:t>
            </a:r>
          </a:p>
          <a:p>
            <a:r>
              <a:rPr lang="it-IT" sz="1400" b="1" dirty="0"/>
              <a:t>Periodo di Trial</a:t>
            </a:r>
          </a:p>
          <a:p>
            <a:r>
              <a:rPr lang="it-IT" sz="1400" b="1" dirty="0"/>
              <a:t>Benefit relativi a piano di abbonamento variabili (in base al livello)</a:t>
            </a:r>
          </a:p>
          <a:p>
            <a:r>
              <a:rPr lang="it-IT" sz="1400" b="1" dirty="0"/>
              <a:t>Rimborso detraendo periodo di utilizzo</a:t>
            </a:r>
          </a:p>
          <a:p>
            <a:endParaRPr lang="it-IT" sz="1400" b="1" dirty="0"/>
          </a:p>
          <a:p>
            <a:pPr marL="146050" indent="0">
              <a:buNone/>
            </a:pPr>
            <a:r>
              <a:rPr lang="it-IT" sz="1400" dirty="0"/>
              <a:t>Sembra essere molto dinamico.</a:t>
            </a:r>
          </a:p>
          <a:p>
            <a:pPr marL="146050" indent="0">
              <a:buNone/>
            </a:pPr>
            <a:r>
              <a:rPr lang="it-IT" sz="1400" dirty="0"/>
              <a:t>Il dominio dei </a:t>
            </a:r>
            <a:r>
              <a:rPr lang="it-IT" sz="1400" b="1" dirty="0"/>
              <a:t>Lettori </a:t>
            </a:r>
            <a:r>
              <a:rPr lang="it-IT" sz="1400" dirty="0"/>
              <a:t>invece sembra essere molto più stabile nel tempo.</a:t>
            </a:r>
          </a:p>
          <a:p>
            <a:pPr marL="146050" indent="0">
              <a:buNone/>
            </a:pPr>
            <a:r>
              <a:rPr lang="it-IT" sz="1400" b="1" dirty="0"/>
              <a:t>Inoltre è stato estratto anche la Libreria personale in quanto rendeva il BC eterogeneo dal punto di vista responsabilità e dati.</a:t>
            </a:r>
          </a:p>
          <a:p>
            <a:endParaRPr lang="it-IT" sz="1400" b="1" dirty="0"/>
          </a:p>
          <a:p>
            <a:pPr marL="146050" indent="0">
              <a:buNone/>
            </a:pPr>
            <a:endParaRPr lang="it-IT" sz="1100" dirty="0"/>
          </a:p>
        </p:txBody>
      </p:sp>
      <p:sp>
        <p:nvSpPr>
          <p:cNvPr id="256" name="Google Shape;256;p25">
            <a:extLst>
              <a:ext uri="{FF2B5EF4-FFF2-40B4-BE49-F238E27FC236}">
                <a16:creationId xmlns:a16="http://schemas.microsoft.com/office/drawing/2014/main" id="{F457FDED-18FF-5CA1-C088-07B016AA92C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45236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FCFE9406-8498-3997-32CE-7733BEFB8598}"/>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49C8B5CF-67B9-4C09-0A43-952AE8BF8A63}"/>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Modifiche da Project Review 2</a:t>
            </a:r>
            <a:endParaRPr dirty="0"/>
          </a:p>
        </p:txBody>
      </p:sp>
      <p:sp>
        <p:nvSpPr>
          <p:cNvPr id="255" name="Google Shape;255;p25">
            <a:extLst>
              <a:ext uri="{FF2B5EF4-FFF2-40B4-BE49-F238E27FC236}">
                <a16:creationId xmlns:a16="http://schemas.microsoft.com/office/drawing/2014/main" id="{0259BFB2-8DDB-B9C1-96D4-B65A6D59E473}"/>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dirty="0"/>
              <a:t>Similmente anche il dominio delle librerie e delle book-sessions sono stati divisi.</a:t>
            </a:r>
          </a:p>
          <a:p>
            <a:pPr marL="146050" indent="0">
              <a:buNone/>
            </a:pPr>
            <a:endParaRPr lang="it-IT" sz="1400" b="1" dirty="0"/>
          </a:p>
          <a:p>
            <a:pPr marL="146050" indent="0">
              <a:buNone/>
            </a:pPr>
            <a:r>
              <a:rPr lang="it-IT" sz="1400" b="1" dirty="0"/>
              <a:t>Librarie </a:t>
            </a:r>
            <a:r>
              <a:rPr lang="it-IT" sz="1400" dirty="0"/>
              <a:t>è più statico e con logiche molto più limitate rispetto a quello degli Eventi (</a:t>
            </a:r>
            <a:r>
              <a:rPr lang="it-IT" sz="1400" dirty="0" err="1"/>
              <a:t>Booksessions</a:t>
            </a:r>
            <a:r>
              <a:rPr lang="it-IT" sz="1400" dirty="0"/>
              <a:t>), per come lo ho immaginato è più un contenitore di dati e </a:t>
            </a:r>
          </a:p>
          <a:p>
            <a:pPr marL="146050" indent="0">
              <a:buNone/>
            </a:pPr>
            <a:endParaRPr lang="it-IT" sz="1400" b="1" dirty="0"/>
          </a:p>
          <a:p>
            <a:pPr marL="146050" indent="0">
              <a:buNone/>
            </a:pPr>
            <a:endParaRPr lang="it-IT" sz="1400" b="1" dirty="0"/>
          </a:p>
          <a:p>
            <a:pPr marL="146050" indent="0">
              <a:buNone/>
            </a:pPr>
            <a:endParaRPr lang="it-IT" sz="1100" dirty="0"/>
          </a:p>
        </p:txBody>
      </p:sp>
      <p:sp>
        <p:nvSpPr>
          <p:cNvPr id="256" name="Google Shape;256;p25">
            <a:extLst>
              <a:ext uri="{FF2B5EF4-FFF2-40B4-BE49-F238E27FC236}">
                <a16:creationId xmlns:a16="http://schemas.microsoft.com/office/drawing/2014/main" id="{02F5AF8C-CE2A-2FE1-D6F8-D3CD511F8612}"/>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686683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6D723840-F9FF-A4E7-B9C8-62F08C10DF43}"/>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3873C23D-F15A-F75D-F014-50A38E71DECA}"/>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Modifiche da Project Review 2</a:t>
            </a:r>
            <a:endParaRPr dirty="0"/>
          </a:p>
        </p:txBody>
      </p:sp>
      <p:sp>
        <p:nvSpPr>
          <p:cNvPr id="255" name="Google Shape;255;p25">
            <a:extLst>
              <a:ext uri="{FF2B5EF4-FFF2-40B4-BE49-F238E27FC236}">
                <a16:creationId xmlns:a16="http://schemas.microsoft.com/office/drawing/2014/main" id="{34A6D889-E711-E9D0-8594-71038824C7F9}"/>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dirty="0"/>
              <a:t>Nuovi </a:t>
            </a:r>
            <a:r>
              <a:rPr lang="it-IT" sz="1400" dirty="0" err="1"/>
              <a:t>mockup</a:t>
            </a:r>
            <a:r>
              <a:rPr lang="it-IT" sz="1400" dirty="0"/>
              <a:t> </a:t>
            </a:r>
          </a:p>
          <a:p>
            <a:pPr marL="146050" indent="0">
              <a:buNone/>
            </a:pPr>
            <a:endParaRPr lang="it-IT" sz="1400" dirty="0"/>
          </a:p>
          <a:p>
            <a:pPr marL="146050" indent="0">
              <a:buNone/>
            </a:pPr>
            <a:r>
              <a:rPr lang="it-IT" sz="1400" dirty="0">
                <a:hlinkClick r:id="rId3"/>
              </a:rPr>
              <a:t>https://www.figma.com/design/iWe1fNiJzSLC3xyhKhhcnz/Book2GoALL?node-id=5-630&amp;p=f&amp;t=GyjO68yg8SqBqpDX-0</a:t>
            </a:r>
            <a:endParaRPr lang="it-IT" sz="1400" dirty="0"/>
          </a:p>
          <a:p>
            <a:pPr marL="146050" indent="0">
              <a:buNone/>
            </a:pPr>
            <a:endParaRPr lang="it-IT" sz="1400" dirty="0"/>
          </a:p>
          <a:p>
            <a:pPr marL="146050" indent="0">
              <a:buNone/>
            </a:pPr>
            <a:endParaRPr lang="it-IT" sz="1400" dirty="0"/>
          </a:p>
          <a:p>
            <a:pPr marL="146050" indent="0">
              <a:buNone/>
            </a:pPr>
            <a:endParaRPr lang="it-IT" sz="1400" b="1" dirty="0"/>
          </a:p>
          <a:p>
            <a:pPr marL="146050" indent="0">
              <a:buNone/>
            </a:pPr>
            <a:endParaRPr lang="it-IT" sz="1400" b="1" dirty="0"/>
          </a:p>
          <a:p>
            <a:pPr marL="146050" indent="0">
              <a:buNone/>
            </a:pPr>
            <a:endParaRPr lang="it-IT" sz="1100" dirty="0"/>
          </a:p>
        </p:txBody>
      </p:sp>
      <p:sp>
        <p:nvSpPr>
          <p:cNvPr id="256" name="Google Shape;256;p25">
            <a:extLst>
              <a:ext uri="{FF2B5EF4-FFF2-40B4-BE49-F238E27FC236}">
                <a16:creationId xmlns:a16="http://schemas.microsoft.com/office/drawing/2014/main" id="{2F839CA9-844C-B3ED-DA79-C2425576728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83854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C80882DD-313A-79C1-6651-DF34214FB66A}"/>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043164B2-9128-96D6-BE7D-A2B7090F177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Librerie (</a:t>
            </a:r>
            <a:r>
              <a:rPr lang="it-IT" dirty="0" err="1"/>
              <a:t>Supporting</a:t>
            </a:r>
            <a:r>
              <a:rPr lang="it-IT" dirty="0"/>
              <a:t> </a:t>
            </a:r>
            <a:r>
              <a:rPr lang="it-IT" dirty="0" err="1"/>
              <a:t>Subdomain</a:t>
            </a:r>
            <a:r>
              <a:rPr lang="it-IT" dirty="0"/>
              <a:t>) → </a:t>
            </a:r>
            <a:r>
              <a:rPr lang="it-IT" dirty="0" err="1"/>
              <a:t>LibraryManagement</a:t>
            </a:r>
            <a:r>
              <a:rPr lang="it-IT" dirty="0"/>
              <a:t> BC</a:t>
            </a:r>
            <a:endParaRPr dirty="0"/>
          </a:p>
        </p:txBody>
      </p:sp>
      <p:sp>
        <p:nvSpPr>
          <p:cNvPr id="255" name="Google Shape;255;p25">
            <a:extLst>
              <a:ext uri="{FF2B5EF4-FFF2-40B4-BE49-F238E27FC236}">
                <a16:creationId xmlns:a16="http://schemas.microsoft.com/office/drawing/2014/main" id="{73A1AA45-A3D7-CA98-EA9B-05AD7AF09ED5}"/>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b="1" dirty="0"/>
              <a:t>Responsabilità principali</a:t>
            </a:r>
          </a:p>
          <a:p>
            <a:r>
              <a:rPr lang="it-IT" dirty="0"/>
              <a:t>Gestire informazioni delle librerie fisiche: nome, indirizzo, contatti, orari.</a:t>
            </a:r>
          </a:p>
          <a:p>
            <a:r>
              <a:rPr lang="it-IT" dirty="0"/>
              <a:t>Gestire le sale e le loro caratteristiche: nome, capienza, attrezzature.</a:t>
            </a:r>
          </a:p>
          <a:p>
            <a:r>
              <a:rPr lang="it-IT" dirty="0"/>
              <a:t>Gestire la disponibilità e lo scheduling delle sale.</a:t>
            </a:r>
          </a:p>
          <a:p>
            <a:r>
              <a:rPr lang="it-IT" dirty="0"/>
              <a:t>Fornire alle </a:t>
            </a:r>
            <a:r>
              <a:rPr lang="it-IT" dirty="0" err="1"/>
              <a:t>BookSessions</a:t>
            </a:r>
            <a:r>
              <a:rPr lang="it-IT" dirty="0"/>
              <a:t> le informazioni utili per prenotare una sala.</a:t>
            </a:r>
          </a:p>
          <a:p>
            <a:r>
              <a:rPr lang="it-IT" dirty="0"/>
              <a:t>Fornire alle </a:t>
            </a:r>
            <a:r>
              <a:rPr lang="it-IT" dirty="0" err="1"/>
              <a:t>BookSessions</a:t>
            </a:r>
            <a:r>
              <a:rPr lang="it-IT" dirty="0"/>
              <a:t> eventuali vincoli (capienza, orari, manutenzione).</a:t>
            </a:r>
          </a:p>
          <a:p>
            <a:endParaRPr lang="it-IT" dirty="0"/>
          </a:p>
          <a:p>
            <a:pPr marL="146050" indent="0">
              <a:buNone/>
            </a:pPr>
            <a:r>
              <a:rPr lang="it-IT" b="1" dirty="0"/>
              <a:t>Relazioni principali</a:t>
            </a:r>
          </a:p>
          <a:p>
            <a:r>
              <a:rPr lang="it-IT" b="1" dirty="0"/>
              <a:t>Fornisce dati a </a:t>
            </a:r>
            <a:r>
              <a:rPr lang="it-IT" b="1" dirty="0" err="1"/>
              <a:t>Booksessions</a:t>
            </a:r>
            <a:r>
              <a:rPr lang="it-IT" b="1" dirty="0"/>
              <a:t> BC</a:t>
            </a:r>
            <a:r>
              <a:rPr lang="it-IT" dirty="0"/>
              <a:t> per disponibilità e prenotazioni sala.</a:t>
            </a:r>
          </a:p>
          <a:p>
            <a:r>
              <a:rPr lang="it-IT" dirty="0"/>
              <a:t>Notifica </a:t>
            </a:r>
            <a:r>
              <a:rPr lang="it-IT" dirty="0" err="1"/>
              <a:t>BookSession</a:t>
            </a:r>
            <a:r>
              <a:rPr lang="it-IT" dirty="0"/>
              <a:t> BC di eventi che possono essere rilevanti per le book-sessions e comportarne modifiche o annullamento</a:t>
            </a:r>
          </a:p>
        </p:txBody>
      </p:sp>
      <p:sp>
        <p:nvSpPr>
          <p:cNvPr id="256" name="Google Shape;256;p25">
            <a:extLst>
              <a:ext uri="{FF2B5EF4-FFF2-40B4-BE49-F238E27FC236}">
                <a16:creationId xmlns:a16="http://schemas.microsoft.com/office/drawing/2014/main" id="{6D925F33-8B7C-2D45-DC3A-6BDEE0CDEC2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584159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585F28AB-DA61-804B-4719-37D524E85A8C}"/>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FC740ECB-61B2-A6E1-69BD-472D524CF28C}"/>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err="1"/>
              <a:t>BookSession</a:t>
            </a:r>
            <a:r>
              <a:rPr lang="it-IT" dirty="0"/>
              <a:t> (</a:t>
            </a:r>
            <a:r>
              <a:rPr lang="it-IT" dirty="0" err="1"/>
              <a:t>Supporting</a:t>
            </a:r>
            <a:r>
              <a:rPr lang="it-IT" dirty="0"/>
              <a:t> </a:t>
            </a:r>
            <a:r>
              <a:rPr lang="it-IT" dirty="0" err="1"/>
              <a:t>Subdomain</a:t>
            </a:r>
            <a:r>
              <a:rPr lang="it-IT" dirty="0"/>
              <a:t>) → </a:t>
            </a:r>
            <a:r>
              <a:rPr lang="it-IT" dirty="0" err="1"/>
              <a:t>BookSession</a:t>
            </a:r>
            <a:r>
              <a:rPr lang="it-IT" dirty="0"/>
              <a:t> BC</a:t>
            </a:r>
            <a:endParaRPr dirty="0"/>
          </a:p>
        </p:txBody>
      </p:sp>
      <p:sp>
        <p:nvSpPr>
          <p:cNvPr id="255" name="Google Shape;255;p25">
            <a:extLst>
              <a:ext uri="{FF2B5EF4-FFF2-40B4-BE49-F238E27FC236}">
                <a16:creationId xmlns:a16="http://schemas.microsoft.com/office/drawing/2014/main" id="{0BA9EC06-35E8-E49C-E594-8A93B7B38388}"/>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fontScale="92500" lnSpcReduction="10000"/>
          </a:bodyPr>
          <a:lstStyle/>
          <a:p>
            <a:pPr marL="146050" indent="0">
              <a:buNone/>
            </a:pPr>
            <a:r>
              <a:rPr lang="it-IT" b="1" dirty="0"/>
              <a:t>Responsabilità principali</a:t>
            </a:r>
          </a:p>
          <a:p>
            <a:r>
              <a:rPr lang="it-IT" dirty="0"/>
              <a:t>Gestire eventi basati su libri (Book Sessions): creazione, modifica, scheduling.</a:t>
            </a:r>
          </a:p>
          <a:p>
            <a:r>
              <a:rPr lang="it-IT" dirty="0"/>
              <a:t>Gestire partecipanti: registrazione, cancellazione, limiti di capienza.</a:t>
            </a:r>
          </a:p>
          <a:p>
            <a:r>
              <a:rPr lang="it-IT" dirty="0"/>
              <a:t>Gestire il ciclo di vita dell’evento (Draft → </a:t>
            </a:r>
            <a:r>
              <a:rPr lang="it-IT" dirty="0" err="1"/>
              <a:t>Scheduled</a:t>
            </a:r>
            <a:r>
              <a:rPr lang="it-IT" dirty="0"/>
              <a:t> → </a:t>
            </a:r>
            <a:r>
              <a:rPr lang="it-IT" dirty="0" err="1"/>
              <a:t>Confirmed</a:t>
            </a:r>
            <a:r>
              <a:rPr lang="it-IT" dirty="0"/>
              <a:t> → </a:t>
            </a:r>
            <a:r>
              <a:rPr lang="it-IT" dirty="0" err="1"/>
              <a:t>Completed</a:t>
            </a:r>
            <a:r>
              <a:rPr lang="it-IT" dirty="0"/>
              <a:t> → </a:t>
            </a:r>
            <a:r>
              <a:rPr lang="it-IT" dirty="0" err="1"/>
              <a:t>Cancelled</a:t>
            </a:r>
            <a:r>
              <a:rPr lang="it-IT" dirty="0"/>
              <a:t>).</a:t>
            </a:r>
          </a:p>
          <a:p>
            <a:r>
              <a:rPr lang="it-IT" dirty="0"/>
              <a:t>Applicare regole specifiche dell’evento (minimo partecipanti, conferma automatica).</a:t>
            </a:r>
          </a:p>
          <a:p>
            <a:r>
              <a:rPr lang="it-IT" dirty="0"/>
              <a:t>Associare ogni evento a un libro e gestire eventuali promozioni o sconti legati al libro.</a:t>
            </a:r>
          </a:p>
          <a:p>
            <a:r>
              <a:rPr lang="it-IT" dirty="0"/>
              <a:t>Coordinare l’uso delle sale della libreria tramite </a:t>
            </a:r>
            <a:r>
              <a:rPr lang="it-IT" dirty="0" err="1"/>
              <a:t>LibraryManagement</a:t>
            </a:r>
            <a:r>
              <a:rPr lang="it-IT" dirty="0"/>
              <a:t> BC.</a:t>
            </a:r>
          </a:p>
          <a:p>
            <a:r>
              <a:rPr lang="it-IT" dirty="0"/>
              <a:t>Pubblicare eventi verso </a:t>
            </a:r>
            <a:r>
              <a:rPr lang="it-IT" dirty="0" err="1"/>
              <a:t>Notifications</a:t>
            </a:r>
            <a:r>
              <a:rPr lang="it-IT" dirty="0"/>
              <a:t> BC (conferme, </a:t>
            </a:r>
            <a:r>
              <a:rPr lang="it-IT" dirty="0" err="1"/>
              <a:t>reminder</a:t>
            </a:r>
            <a:r>
              <a:rPr lang="it-IT" dirty="0"/>
              <a:t>, cancellazioni).</a:t>
            </a:r>
          </a:p>
          <a:p>
            <a:pPr marL="146050" indent="0">
              <a:buNone/>
            </a:pPr>
            <a:r>
              <a:rPr lang="it-IT" b="1" dirty="0"/>
              <a:t>Relazioni principali</a:t>
            </a:r>
          </a:p>
          <a:p>
            <a:r>
              <a:rPr lang="it-IT" b="1" dirty="0" err="1"/>
              <a:t>Catalog</a:t>
            </a:r>
            <a:r>
              <a:rPr lang="it-IT" b="1" dirty="0"/>
              <a:t> BC</a:t>
            </a:r>
            <a:r>
              <a:rPr lang="it-IT" dirty="0"/>
              <a:t>: utilizzato per verificare il libro associato e ottenere informazioni base (titolo, autore).</a:t>
            </a:r>
          </a:p>
          <a:p>
            <a:r>
              <a:rPr lang="it-IT" b="1" dirty="0"/>
              <a:t>Reader BC</a:t>
            </a:r>
            <a:r>
              <a:rPr lang="it-IT" dirty="0"/>
              <a:t>: consultato per verificare e registrare i partecipanti.</a:t>
            </a:r>
          </a:p>
          <a:p>
            <a:r>
              <a:rPr lang="it-IT" b="1" dirty="0" err="1"/>
              <a:t>LibraryManagement</a:t>
            </a:r>
            <a:r>
              <a:rPr lang="it-IT" b="1" dirty="0"/>
              <a:t> BC</a:t>
            </a:r>
            <a:r>
              <a:rPr lang="it-IT" dirty="0"/>
              <a:t>: utilizzato per prenotare e verificare disponibilità delle sale.</a:t>
            </a:r>
          </a:p>
          <a:p>
            <a:r>
              <a:rPr lang="it-IT" b="1" dirty="0" err="1"/>
              <a:t>Notifications</a:t>
            </a:r>
            <a:r>
              <a:rPr lang="it-IT" b="1" dirty="0"/>
              <a:t> BC</a:t>
            </a:r>
            <a:r>
              <a:rPr lang="it-IT" dirty="0"/>
              <a:t>: inviare eventi per inviare notifiche ai partecipanti.</a:t>
            </a:r>
          </a:p>
          <a:p>
            <a:r>
              <a:rPr lang="it-IT" b="1" dirty="0" err="1"/>
              <a:t>Orders</a:t>
            </a:r>
            <a:r>
              <a:rPr lang="it-IT" b="1" dirty="0"/>
              <a:t> BC</a:t>
            </a:r>
            <a:r>
              <a:rPr lang="it-IT" dirty="0"/>
              <a:t>: per generare o validare promozioni e sconti relativi al libro dell’evento.</a:t>
            </a:r>
          </a:p>
          <a:p>
            <a:pPr marL="146050" indent="0">
              <a:buNone/>
            </a:pPr>
            <a:endParaRPr lang="it-IT" dirty="0"/>
          </a:p>
        </p:txBody>
      </p:sp>
      <p:sp>
        <p:nvSpPr>
          <p:cNvPr id="256" name="Google Shape;256;p25">
            <a:extLst>
              <a:ext uri="{FF2B5EF4-FFF2-40B4-BE49-F238E27FC236}">
                <a16:creationId xmlns:a16="http://schemas.microsoft.com/office/drawing/2014/main" id="{02FF53CE-B49A-8649-614E-A65F3F2BC46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198311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9314041E-0C83-FD19-DC9E-26BCE327EAA0}"/>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EBDDF538-131A-4F24-86E4-8C7A29B1F987}"/>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Catalogo (Core/</a:t>
            </a:r>
            <a:r>
              <a:rPr lang="it-IT" dirty="0" err="1"/>
              <a:t>Supporting</a:t>
            </a:r>
            <a:r>
              <a:rPr lang="it-IT" dirty="0"/>
              <a:t> </a:t>
            </a:r>
            <a:r>
              <a:rPr lang="it-IT" dirty="0" err="1"/>
              <a:t>Subdomain</a:t>
            </a:r>
            <a:r>
              <a:rPr lang="it-IT" dirty="0"/>
              <a:t>) → </a:t>
            </a:r>
            <a:r>
              <a:rPr lang="it-IT" dirty="0" err="1"/>
              <a:t>Catalog</a:t>
            </a:r>
            <a:r>
              <a:rPr lang="it-IT" dirty="0"/>
              <a:t> BC</a:t>
            </a:r>
            <a:endParaRPr dirty="0"/>
          </a:p>
        </p:txBody>
      </p:sp>
      <p:sp>
        <p:nvSpPr>
          <p:cNvPr id="255" name="Google Shape;255;p25">
            <a:extLst>
              <a:ext uri="{FF2B5EF4-FFF2-40B4-BE49-F238E27FC236}">
                <a16:creationId xmlns:a16="http://schemas.microsoft.com/office/drawing/2014/main" id="{2D9A311A-0F2E-2ADE-C3C0-DE84944092D2}"/>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lnSpcReduction="10000"/>
          </a:bodyPr>
          <a:lstStyle/>
          <a:p>
            <a:pPr marL="146050" indent="0">
              <a:buNone/>
            </a:pPr>
            <a:r>
              <a:rPr lang="it-IT" sz="1400" b="1" dirty="0"/>
              <a:t>Responsabilità principali:</a:t>
            </a:r>
            <a:endParaRPr lang="it-IT" sz="1400" dirty="0"/>
          </a:p>
          <a:p>
            <a:r>
              <a:rPr lang="it-IT" sz="1400" dirty="0"/>
              <a:t>Gestione dei libri e dei loro formati.</a:t>
            </a:r>
          </a:p>
          <a:p>
            <a:r>
              <a:rPr lang="it-IT" sz="1400" dirty="0"/>
              <a:t>Conoscenza dei dati principali dei libri: titolo, autore, editore, ISBN, descrizione, tag, formati e loro prezzo di acquisto.</a:t>
            </a:r>
          </a:p>
          <a:p>
            <a:r>
              <a:rPr lang="it-IT" sz="1400" dirty="0"/>
              <a:t>Permettere ricerca avanzata dei libri secondo vari parametri di ricerca (ISBN, tags, nome, ordinamento </a:t>
            </a:r>
            <a:r>
              <a:rPr lang="it-IT" sz="1400" dirty="0" err="1"/>
              <a:t>etc</a:t>
            </a:r>
            <a:r>
              <a:rPr lang="it-IT" sz="1400" dirty="0"/>
              <a:t>…)</a:t>
            </a:r>
          </a:p>
          <a:p>
            <a:endParaRPr lang="it-IT" sz="1400" dirty="0"/>
          </a:p>
          <a:p>
            <a:endParaRPr lang="it-IT" sz="1400" dirty="0"/>
          </a:p>
          <a:p>
            <a:pPr marL="146050" indent="0">
              <a:buNone/>
            </a:pPr>
            <a:r>
              <a:rPr lang="it-IT" sz="1400" b="1" dirty="0"/>
              <a:t>Relazioni principali:</a:t>
            </a:r>
            <a:endParaRPr lang="it-IT" sz="1400" dirty="0"/>
          </a:p>
          <a:p>
            <a:r>
              <a:rPr lang="it-IT" sz="1400" dirty="0"/>
              <a:t>Comunica con </a:t>
            </a:r>
            <a:r>
              <a:rPr lang="it-IT" sz="1400" b="1" dirty="0"/>
              <a:t>Lending BC</a:t>
            </a:r>
            <a:r>
              <a:rPr lang="it-IT" sz="1400" dirty="0"/>
              <a:t> per validare esistenza Libro da rendere </a:t>
            </a:r>
            <a:r>
              <a:rPr lang="it-IT" sz="1400" dirty="0" err="1"/>
              <a:t>Lendable</a:t>
            </a:r>
            <a:r>
              <a:rPr lang="it-IT" sz="1400" dirty="0"/>
              <a:t> (Client-Supplier con </a:t>
            </a:r>
            <a:r>
              <a:rPr lang="it-IT" sz="1400" dirty="0" err="1"/>
              <a:t>acl</a:t>
            </a:r>
            <a:r>
              <a:rPr lang="it-IT" sz="1400" dirty="0"/>
              <a:t> lato  lending)</a:t>
            </a:r>
          </a:p>
          <a:p>
            <a:r>
              <a:rPr lang="it-IT" sz="1400" dirty="0"/>
              <a:t>Fornisce a </a:t>
            </a:r>
            <a:r>
              <a:rPr lang="it-IT" sz="1400" dirty="0" err="1"/>
              <a:t>Orders</a:t>
            </a:r>
            <a:r>
              <a:rPr lang="it-IT" sz="1400" dirty="0"/>
              <a:t> BC dati necessari all’acquisto (prezzo unitario, sconto…)</a:t>
            </a:r>
          </a:p>
          <a:p>
            <a:pPr marL="146050" indent="0">
              <a:buNone/>
            </a:pPr>
            <a:endParaRPr lang="it-IT" sz="1100" dirty="0"/>
          </a:p>
        </p:txBody>
      </p:sp>
      <p:sp>
        <p:nvSpPr>
          <p:cNvPr id="256" name="Google Shape;256;p25">
            <a:extLst>
              <a:ext uri="{FF2B5EF4-FFF2-40B4-BE49-F238E27FC236}">
                <a16:creationId xmlns:a16="http://schemas.microsoft.com/office/drawing/2014/main" id="{961DCCF1-9921-BE72-A33D-5B3C4C9F372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91199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FE1E59B5-0872-8C6E-EDEC-57FFCB1A3B8D}"/>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21065F08-1061-6F6B-45F3-8B65F59508A5}"/>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Streaming (Core </a:t>
            </a:r>
            <a:r>
              <a:rPr lang="it-IT" dirty="0" err="1"/>
              <a:t>Subdomain</a:t>
            </a:r>
            <a:r>
              <a:rPr lang="it-IT" dirty="0"/>
              <a:t>) → Streaming BC</a:t>
            </a:r>
            <a:endParaRPr dirty="0"/>
          </a:p>
        </p:txBody>
      </p:sp>
      <p:sp>
        <p:nvSpPr>
          <p:cNvPr id="255" name="Google Shape;255;p25">
            <a:extLst>
              <a:ext uri="{FF2B5EF4-FFF2-40B4-BE49-F238E27FC236}">
                <a16:creationId xmlns:a16="http://schemas.microsoft.com/office/drawing/2014/main" id="{F48A8F45-CAFD-5770-0E6D-6F7382C1988C}"/>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Estratto da </a:t>
            </a:r>
            <a:r>
              <a:rPr lang="it-IT" sz="1400" b="1" dirty="0" err="1"/>
              <a:t>Catalog</a:t>
            </a:r>
            <a:endParaRPr lang="it-IT" sz="1400" b="1" dirty="0"/>
          </a:p>
          <a:p>
            <a:pPr marL="146050" indent="0">
              <a:buNone/>
            </a:pPr>
            <a:r>
              <a:rPr lang="it-IT" sz="1400" b="1" dirty="0"/>
              <a:t>Responsabilità principali:</a:t>
            </a:r>
            <a:endParaRPr lang="it-IT" sz="1400" dirty="0"/>
          </a:p>
          <a:p>
            <a:r>
              <a:rPr lang="it-IT" sz="1400" dirty="0"/>
              <a:t>Conoscere contenuti dei libri digitali</a:t>
            </a:r>
          </a:p>
          <a:p>
            <a:r>
              <a:rPr lang="it-IT" sz="1400" dirty="0"/>
              <a:t>Permettere streaming dei contenuti e applicare policies DRM</a:t>
            </a:r>
          </a:p>
          <a:p>
            <a:endParaRPr lang="it-IT" sz="1400" dirty="0"/>
          </a:p>
          <a:p>
            <a:endParaRPr lang="it-IT" sz="1400" dirty="0"/>
          </a:p>
          <a:p>
            <a:pPr marL="146050" indent="0">
              <a:buNone/>
            </a:pPr>
            <a:r>
              <a:rPr lang="it-IT" sz="1400" b="1" dirty="0"/>
              <a:t>Relazioni principali:</a:t>
            </a:r>
            <a:endParaRPr lang="it-IT" sz="1400" dirty="0"/>
          </a:p>
          <a:p>
            <a:r>
              <a:rPr lang="it-IT" sz="1400" dirty="0"/>
              <a:t>consultare Personal Library per validare Ownership </a:t>
            </a:r>
          </a:p>
          <a:p>
            <a:r>
              <a:rPr lang="it-IT" sz="1400" dirty="0"/>
              <a:t>Ricevere eventi da Subscription BC per  interrompere streaming in caso di termine sottoscrizione</a:t>
            </a:r>
          </a:p>
          <a:p>
            <a:pPr marL="146050" indent="0">
              <a:buNone/>
            </a:pPr>
            <a:endParaRPr lang="it-IT" sz="1100" dirty="0"/>
          </a:p>
        </p:txBody>
      </p:sp>
      <p:sp>
        <p:nvSpPr>
          <p:cNvPr id="256" name="Google Shape;256;p25">
            <a:extLst>
              <a:ext uri="{FF2B5EF4-FFF2-40B4-BE49-F238E27FC236}">
                <a16:creationId xmlns:a16="http://schemas.microsoft.com/office/drawing/2014/main" id="{605D46B9-0969-A87D-DD00-3F9E61835A5C}"/>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3347369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617F868E-22DC-2CE4-40F7-AF45F6D9C158}"/>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19ADF136-3CCC-3420-8C7F-989BA223F3F7}"/>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Immagini (</a:t>
            </a:r>
            <a:r>
              <a:rPr lang="it-IT" dirty="0" err="1"/>
              <a:t>generic</a:t>
            </a:r>
            <a:r>
              <a:rPr lang="it-IT" dirty="0"/>
              <a:t> </a:t>
            </a:r>
            <a:r>
              <a:rPr lang="it-IT" dirty="0" err="1"/>
              <a:t>Subdomain</a:t>
            </a:r>
            <a:r>
              <a:rPr lang="it-IT" dirty="0"/>
              <a:t>) → Images BC</a:t>
            </a:r>
            <a:endParaRPr dirty="0"/>
          </a:p>
        </p:txBody>
      </p:sp>
      <p:sp>
        <p:nvSpPr>
          <p:cNvPr id="255" name="Google Shape;255;p25">
            <a:extLst>
              <a:ext uri="{FF2B5EF4-FFF2-40B4-BE49-F238E27FC236}">
                <a16:creationId xmlns:a16="http://schemas.microsoft.com/office/drawing/2014/main" id="{E6F0E6DE-4112-986E-4239-E2BEAA3286E1}"/>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Estratto da Catalogo  e Lettore (one 2 </a:t>
            </a:r>
            <a:r>
              <a:rPr lang="it-IT" sz="1400" b="1" dirty="0" err="1"/>
              <a:t>many</a:t>
            </a:r>
            <a:r>
              <a:rPr lang="it-IT" sz="1400" b="1" dirty="0"/>
              <a:t> 2 one?)</a:t>
            </a:r>
          </a:p>
          <a:p>
            <a:pPr marL="146050" indent="0">
              <a:buNone/>
            </a:pPr>
            <a:r>
              <a:rPr lang="it-IT" sz="1400" b="1" dirty="0"/>
              <a:t>Responsabilità principali:</a:t>
            </a:r>
            <a:endParaRPr lang="it-IT" sz="1400" dirty="0"/>
          </a:p>
          <a:p>
            <a:r>
              <a:rPr lang="it-IT" sz="1400" dirty="0"/>
              <a:t>Conoscere immagini di copertina dei libri (cover images)</a:t>
            </a:r>
          </a:p>
          <a:p>
            <a:r>
              <a:rPr lang="it-IT" sz="1400" dirty="0"/>
              <a:t>Conoscere immagini profilo lettori (</a:t>
            </a:r>
            <a:r>
              <a:rPr lang="it-IT" sz="1400" dirty="0" err="1"/>
              <a:t>profile</a:t>
            </a:r>
            <a:r>
              <a:rPr lang="it-IT" sz="1400" dirty="0"/>
              <a:t> pictures)</a:t>
            </a:r>
          </a:p>
          <a:p>
            <a:r>
              <a:rPr lang="it-IT" sz="1400" dirty="0"/>
              <a:t>Conoscere immagini librerie </a:t>
            </a:r>
          </a:p>
          <a:p>
            <a:endParaRPr lang="it-IT" sz="1400" dirty="0"/>
          </a:p>
          <a:p>
            <a:endParaRPr lang="it-IT" sz="1400" dirty="0"/>
          </a:p>
          <a:p>
            <a:pPr marL="146050" indent="0">
              <a:buNone/>
            </a:pPr>
            <a:r>
              <a:rPr lang="it-IT" sz="1400" b="1" dirty="0"/>
              <a:t>Relazioni principali:</a:t>
            </a:r>
            <a:endParaRPr lang="it-IT" sz="1400" dirty="0"/>
          </a:p>
          <a:p>
            <a:r>
              <a:rPr lang="it-IT" sz="1400" dirty="0"/>
              <a:t>Front-end per recupero immagini </a:t>
            </a:r>
          </a:p>
          <a:p>
            <a:pPr marL="146050" indent="0">
              <a:buNone/>
            </a:pPr>
            <a:endParaRPr lang="it-IT" sz="1100" dirty="0"/>
          </a:p>
        </p:txBody>
      </p:sp>
      <p:sp>
        <p:nvSpPr>
          <p:cNvPr id="256" name="Google Shape;256;p25">
            <a:extLst>
              <a:ext uri="{FF2B5EF4-FFF2-40B4-BE49-F238E27FC236}">
                <a16:creationId xmlns:a16="http://schemas.microsoft.com/office/drawing/2014/main" id="{51B1AC61-7489-A65E-5218-78F29303D1C2}"/>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812887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BD91367-5630-27FD-2B9F-567C38908900}"/>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130ED39A-4DC2-9CBD-AE5C-FA18FA349250}"/>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Streaming (Core </a:t>
            </a:r>
            <a:r>
              <a:rPr lang="it-IT" dirty="0" err="1"/>
              <a:t>Subdomain</a:t>
            </a:r>
            <a:r>
              <a:rPr lang="it-IT" dirty="0"/>
              <a:t>) → Streaming BC</a:t>
            </a:r>
            <a:endParaRPr dirty="0"/>
          </a:p>
        </p:txBody>
      </p:sp>
      <p:sp>
        <p:nvSpPr>
          <p:cNvPr id="255" name="Google Shape;255;p25">
            <a:extLst>
              <a:ext uri="{FF2B5EF4-FFF2-40B4-BE49-F238E27FC236}">
                <a16:creationId xmlns:a16="http://schemas.microsoft.com/office/drawing/2014/main" id="{7FA9573F-3E8F-507D-6456-0A03234C52BE}"/>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Estratto da </a:t>
            </a:r>
            <a:r>
              <a:rPr lang="it-IT" sz="1400" b="1" dirty="0" err="1"/>
              <a:t>Catalog</a:t>
            </a:r>
            <a:r>
              <a:rPr lang="it-IT" sz="1400" b="1" dirty="0"/>
              <a:t> (one 2 </a:t>
            </a:r>
            <a:r>
              <a:rPr lang="it-IT" sz="1400" b="1" dirty="0" err="1"/>
              <a:t>many</a:t>
            </a:r>
            <a:r>
              <a:rPr lang="it-IT" sz="1400" b="1" dirty="0"/>
              <a:t>)</a:t>
            </a:r>
          </a:p>
          <a:p>
            <a:pPr marL="146050" indent="0">
              <a:buNone/>
            </a:pPr>
            <a:r>
              <a:rPr lang="it-IT" sz="1400" b="1" dirty="0"/>
              <a:t>Responsabilità principali:</a:t>
            </a:r>
            <a:endParaRPr lang="it-IT" sz="1400" dirty="0"/>
          </a:p>
          <a:p>
            <a:r>
              <a:rPr lang="it-IT" sz="1400" dirty="0"/>
              <a:t>Conoscere contenuti dei libri digitali</a:t>
            </a:r>
          </a:p>
          <a:p>
            <a:r>
              <a:rPr lang="it-IT" sz="1400" dirty="0"/>
              <a:t>Permettere streaming dei contenuti e applicare policies DRM</a:t>
            </a:r>
          </a:p>
          <a:p>
            <a:endParaRPr lang="it-IT" sz="1400" dirty="0"/>
          </a:p>
          <a:p>
            <a:endParaRPr lang="it-IT" sz="1400" dirty="0"/>
          </a:p>
          <a:p>
            <a:pPr marL="146050" indent="0">
              <a:buNone/>
            </a:pPr>
            <a:r>
              <a:rPr lang="it-IT" sz="1400" b="1" dirty="0"/>
              <a:t>Relazioni principali:</a:t>
            </a:r>
            <a:endParaRPr lang="it-IT" sz="1400" dirty="0"/>
          </a:p>
          <a:p>
            <a:r>
              <a:rPr lang="it-IT" sz="1400" dirty="0"/>
              <a:t>consultare Personal Library per validare Ownership </a:t>
            </a:r>
          </a:p>
          <a:p>
            <a:r>
              <a:rPr lang="it-IT" sz="1400" dirty="0"/>
              <a:t>Ricevere eventi da Subscription BC per  interrompere streaming in caso di termine sottoscrizione</a:t>
            </a:r>
          </a:p>
          <a:p>
            <a:pPr marL="146050" indent="0">
              <a:buNone/>
            </a:pPr>
            <a:endParaRPr lang="it-IT" sz="1100" dirty="0"/>
          </a:p>
        </p:txBody>
      </p:sp>
      <p:sp>
        <p:nvSpPr>
          <p:cNvPr id="256" name="Google Shape;256;p25">
            <a:extLst>
              <a:ext uri="{FF2B5EF4-FFF2-40B4-BE49-F238E27FC236}">
                <a16:creationId xmlns:a16="http://schemas.microsoft.com/office/drawing/2014/main" id="{4D339DE3-5C8F-6CA4-23B2-197D96966A7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81556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837491BD-F9C2-2276-A170-85E379CBEADC}"/>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99407922-144B-A9CB-798A-83875A67003D}"/>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Prestiti (Core </a:t>
            </a:r>
            <a:r>
              <a:rPr lang="it-IT" dirty="0" err="1"/>
              <a:t>Subdomain</a:t>
            </a:r>
            <a:r>
              <a:rPr lang="it-IT" dirty="0"/>
              <a:t>) → Lending BC </a:t>
            </a:r>
            <a:endParaRPr dirty="0"/>
          </a:p>
        </p:txBody>
      </p:sp>
      <p:sp>
        <p:nvSpPr>
          <p:cNvPr id="255" name="Google Shape;255;p25">
            <a:extLst>
              <a:ext uri="{FF2B5EF4-FFF2-40B4-BE49-F238E27FC236}">
                <a16:creationId xmlns:a16="http://schemas.microsoft.com/office/drawing/2014/main" id="{05FEF19D-0D3A-3EA1-0083-1DF7EB00F6CD}"/>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fontScale="92500" lnSpcReduction="10000"/>
          </a:bodyPr>
          <a:lstStyle/>
          <a:p>
            <a:pPr marL="146050" indent="0">
              <a:buNone/>
            </a:pPr>
            <a:r>
              <a:rPr lang="it-IT" sz="1400" b="1" dirty="0"/>
              <a:t>Responsabilità principali:</a:t>
            </a:r>
            <a:endParaRPr lang="it-IT" sz="1400" dirty="0"/>
          </a:p>
          <a:p>
            <a:r>
              <a:rPr lang="it-IT" sz="1400" dirty="0"/>
              <a:t>Gestire creazione di prestiti (sia remoto che nei locali) e quelli attivi.</a:t>
            </a:r>
          </a:p>
          <a:p>
            <a:r>
              <a:rPr lang="it-IT" sz="1400" dirty="0"/>
              <a:t>Applicare limiti di prestito e regole di idoneità .</a:t>
            </a:r>
          </a:p>
          <a:p>
            <a:r>
              <a:rPr lang="it-IT" sz="1400" dirty="0"/>
              <a:t>Notificare eventi rilevanti (prestito creato, restituito, in ritardo) attraverso il sistema di notifiche.</a:t>
            </a:r>
          </a:p>
          <a:p>
            <a:endParaRPr lang="it-IT" sz="1400" dirty="0"/>
          </a:p>
          <a:p>
            <a:pPr marL="146050" indent="0">
              <a:buNone/>
            </a:pPr>
            <a:r>
              <a:rPr lang="it-IT" sz="1400" b="1" dirty="0"/>
              <a:t>Relazioni principali:</a:t>
            </a:r>
            <a:endParaRPr lang="it-IT" sz="1400" dirty="0"/>
          </a:p>
          <a:p>
            <a:r>
              <a:rPr lang="it-IT" sz="1400" dirty="0"/>
              <a:t>Richiede a </a:t>
            </a:r>
            <a:r>
              <a:rPr lang="it-IT" sz="1400" dirty="0" err="1"/>
              <a:t>Catalog</a:t>
            </a:r>
            <a:r>
              <a:rPr lang="it-IT" sz="1400" dirty="0"/>
              <a:t> BC Libri (prodotti) per validarne l’esistenza e inizializzare alcuni dati (formato e id di catalogo). (ACL + </a:t>
            </a:r>
            <a:r>
              <a:rPr lang="it-IT" sz="1400" dirty="0" err="1"/>
              <a:t>conformist</a:t>
            </a:r>
            <a:r>
              <a:rPr lang="it-IT" sz="1400" dirty="0"/>
              <a:t> )</a:t>
            </a:r>
          </a:p>
          <a:p>
            <a:r>
              <a:rPr lang="it-IT" sz="1400" dirty="0"/>
              <a:t>Si appoggia a </a:t>
            </a:r>
            <a:r>
              <a:rPr lang="it-IT" sz="1400" b="1" dirty="0"/>
              <a:t>Inventory BC</a:t>
            </a:r>
            <a:r>
              <a:rPr lang="it-IT" sz="1400" dirty="0"/>
              <a:t> per verificare la disponibilità delle copie fisiche e riservarle.</a:t>
            </a:r>
          </a:p>
          <a:p>
            <a:r>
              <a:rPr lang="it-IT" sz="1400" dirty="0"/>
              <a:t>Chiede dati a </a:t>
            </a:r>
            <a:r>
              <a:rPr lang="it-IT" sz="1400" b="1" dirty="0"/>
              <a:t>Subscription BC</a:t>
            </a:r>
            <a:r>
              <a:rPr lang="it-IT" sz="1400" dirty="0"/>
              <a:t> per verificare stato abbonamento dell’utente.</a:t>
            </a:r>
          </a:p>
          <a:p>
            <a:r>
              <a:rPr lang="it-IT" sz="1400" dirty="0"/>
              <a:t>Pubblica eventi verso </a:t>
            </a:r>
            <a:r>
              <a:rPr lang="it-IT" sz="1400" b="1" dirty="0" err="1"/>
              <a:t>Notifications</a:t>
            </a:r>
            <a:r>
              <a:rPr lang="it-IT" sz="1400" b="1" dirty="0"/>
              <a:t> BC</a:t>
            </a:r>
            <a:r>
              <a:rPr lang="it-IT" sz="1400" dirty="0"/>
              <a:t>.</a:t>
            </a:r>
          </a:p>
          <a:p>
            <a:pPr marL="146050" indent="0">
              <a:buNone/>
            </a:pPr>
            <a:endParaRPr lang="it-IT" sz="1100" dirty="0"/>
          </a:p>
        </p:txBody>
      </p:sp>
      <p:sp>
        <p:nvSpPr>
          <p:cNvPr id="256" name="Google Shape;256;p25">
            <a:extLst>
              <a:ext uri="{FF2B5EF4-FFF2-40B4-BE49-F238E27FC236}">
                <a16:creationId xmlns:a16="http://schemas.microsoft.com/office/drawing/2014/main" id="{557A7DB4-E33D-4CD2-3361-F469FA00A5C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419396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47CF2ED7-FC16-99B4-C29A-44C37794F124}"/>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0B3485D5-4A93-45F6-EA2D-503D45735326}"/>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Autenticazione (</a:t>
            </a:r>
            <a:r>
              <a:rPr lang="it-IT" dirty="0" err="1"/>
              <a:t>Generic</a:t>
            </a:r>
            <a:r>
              <a:rPr lang="it-IT" dirty="0"/>
              <a:t> </a:t>
            </a:r>
            <a:r>
              <a:rPr lang="it-IT" dirty="0" err="1"/>
              <a:t>Subdomain</a:t>
            </a:r>
            <a:r>
              <a:rPr lang="it-IT" dirty="0"/>
              <a:t>) → Authentication BC</a:t>
            </a:r>
            <a:endParaRPr dirty="0"/>
          </a:p>
        </p:txBody>
      </p:sp>
      <p:sp>
        <p:nvSpPr>
          <p:cNvPr id="255" name="Google Shape;255;p25">
            <a:extLst>
              <a:ext uri="{FF2B5EF4-FFF2-40B4-BE49-F238E27FC236}">
                <a16:creationId xmlns:a16="http://schemas.microsoft.com/office/drawing/2014/main" id="{B7A7BA8F-326E-9431-108B-8FF82ED68BFB}"/>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fontScale="92500" lnSpcReduction="10000"/>
          </a:bodyPr>
          <a:lstStyle/>
          <a:p>
            <a:pPr marL="146050" indent="0">
              <a:buNone/>
            </a:pPr>
            <a:r>
              <a:rPr lang="it-IT" sz="1400" b="1" dirty="0"/>
              <a:t>Responsabilità principali:</a:t>
            </a:r>
            <a:endParaRPr lang="it-IT" sz="1400" dirty="0"/>
          </a:p>
          <a:p>
            <a:r>
              <a:rPr lang="it-IT" sz="1400" dirty="0"/>
              <a:t>Gestire l’autenticazione degli utenti tramite OAuth2 (nel caso di provider Google e GitHub).</a:t>
            </a:r>
          </a:p>
          <a:p>
            <a:r>
              <a:rPr lang="it-IT" sz="1400" dirty="0"/>
              <a:t>Fornire sicurezza e gestione delle sessioni, token e ruoli.</a:t>
            </a:r>
          </a:p>
          <a:p>
            <a:r>
              <a:rPr lang="it-IT" sz="1400" dirty="0"/>
              <a:t>Esporre un’interfaccia interna (non esposta all’esterno) per altri BC per identificare e autenticare gli utenti.</a:t>
            </a:r>
          </a:p>
          <a:p>
            <a:endParaRPr lang="it-IT" sz="1400" dirty="0"/>
          </a:p>
          <a:p>
            <a:pPr marL="146050" indent="0">
              <a:buNone/>
            </a:pPr>
            <a:r>
              <a:rPr lang="it-IT" sz="1400" b="1" dirty="0"/>
              <a:t>Relazioni principali:</a:t>
            </a:r>
          </a:p>
          <a:p>
            <a:r>
              <a:rPr lang="it-IT" sz="1400" dirty="0"/>
              <a:t>Pubblica eventi verso Reader BC per inizializzazione profilo del lettore alla conferma dell’account.</a:t>
            </a:r>
          </a:p>
          <a:p>
            <a:r>
              <a:rPr lang="it-IT" sz="1400" dirty="0"/>
              <a:t>Pubblica eventi verso </a:t>
            </a:r>
            <a:r>
              <a:rPr lang="it-IT" sz="1400" dirty="0" err="1"/>
              <a:t>Notifications</a:t>
            </a:r>
            <a:r>
              <a:rPr lang="it-IT" sz="1400" dirty="0"/>
              <a:t> BC per inviare notifiche di benvenuto o conferme via email.</a:t>
            </a:r>
          </a:p>
          <a:p>
            <a:r>
              <a:rPr lang="it-IT" sz="1400" dirty="0"/>
              <a:t>Consultato da qualsiasi BC che necessiti di confermare l’identità o i permessi dell’utente (nel progetto i service richiedono chiavi pubbliche per validare signature)</a:t>
            </a:r>
          </a:p>
          <a:p>
            <a:pPr marL="146050" indent="0">
              <a:buNone/>
            </a:pPr>
            <a:endParaRPr lang="it-IT" sz="1400" dirty="0"/>
          </a:p>
        </p:txBody>
      </p:sp>
      <p:sp>
        <p:nvSpPr>
          <p:cNvPr id="256" name="Google Shape;256;p25">
            <a:extLst>
              <a:ext uri="{FF2B5EF4-FFF2-40B4-BE49-F238E27FC236}">
                <a16:creationId xmlns:a16="http://schemas.microsoft.com/office/drawing/2014/main" id="{827737F4-06F7-0DDA-6A9E-553729C0B4E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043814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197F4714-9314-9CDF-EC5E-64E936786DF1}"/>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FEB217C7-2674-EA97-535D-AA8956FA0B59}"/>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Lettore (</a:t>
            </a:r>
            <a:r>
              <a:rPr lang="it-IT" dirty="0" err="1"/>
              <a:t>Supporting</a:t>
            </a:r>
            <a:r>
              <a:rPr lang="it-IT" dirty="0"/>
              <a:t> </a:t>
            </a:r>
            <a:r>
              <a:rPr lang="it-IT" dirty="0" err="1"/>
              <a:t>Subdomain</a:t>
            </a:r>
            <a:r>
              <a:rPr lang="it-IT" dirty="0"/>
              <a:t>) → Reader BC</a:t>
            </a:r>
            <a:endParaRPr dirty="0"/>
          </a:p>
        </p:txBody>
      </p:sp>
      <p:sp>
        <p:nvSpPr>
          <p:cNvPr id="255" name="Google Shape;255;p25">
            <a:extLst>
              <a:ext uri="{FF2B5EF4-FFF2-40B4-BE49-F238E27FC236}">
                <a16:creationId xmlns:a16="http://schemas.microsoft.com/office/drawing/2014/main" id="{75DF4338-BAD8-997C-D9B7-D5773146056E}"/>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Responsabilità principali:</a:t>
            </a:r>
            <a:endParaRPr lang="it-IT" sz="1400" dirty="0"/>
          </a:p>
          <a:p>
            <a:r>
              <a:rPr lang="it-IT" sz="1400" dirty="0"/>
              <a:t>Gestire il profilo dei lettori: dati anagrafici, indirizzo, punti o eventuali statistiche personali.</a:t>
            </a:r>
          </a:p>
          <a:p>
            <a:r>
              <a:rPr lang="it-IT" sz="1400" dirty="0"/>
              <a:t>Esporre dati necessari ad altri BC per logiche di business (es. </a:t>
            </a:r>
            <a:r>
              <a:rPr lang="it-IT" sz="1400" dirty="0" err="1"/>
              <a:t>CommunityContent</a:t>
            </a:r>
            <a:r>
              <a:rPr lang="it-IT" sz="1400" dirty="0"/>
              <a:t> BC, Lending BC, Subscription BC).</a:t>
            </a:r>
          </a:p>
          <a:p>
            <a:endParaRPr lang="it-IT" sz="1400" dirty="0"/>
          </a:p>
          <a:p>
            <a:pPr marL="146050" indent="0">
              <a:buNone/>
            </a:pPr>
            <a:r>
              <a:rPr lang="it-IT" sz="1400" b="1" dirty="0"/>
              <a:t>Relazioni principali:</a:t>
            </a:r>
            <a:endParaRPr lang="it-IT" sz="1400" dirty="0"/>
          </a:p>
          <a:p>
            <a:r>
              <a:rPr lang="it-IT" sz="1400" dirty="0"/>
              <a:t>Consultato da </a:t>
            </a:r>
            <a:r>
              <a:rPr lang="it-IT" sz="1400" b="1" dirty="0" err="1"/>
              <a:t>CommunityContent</a:t>
            </a:r>
            <a:r>
              <a:rPr lang="it-IT" sz="1400" b="1" dirty="0"/>
              <a:t> BC</a:t>
            </a:r>
            <a:r>
              <a:rPr lang="it-IT" sz="1400" dirty="0"/>
              <a:t> per verificare id e dati dei lettori.</a:t>
            </a:r>
          </a:p>
          <a:p>
            <a:r>
              <a:rPr lang="it-IT" sz="1400" dirty="0"/>
              <a:t>Consultato da </a:t>
            </a:r>
            <a:r>
              <a:rPr lang="it-IT" sz="1400" b="1" dirty="0"/>
              <a:t>Subscription BC</a:t>
            </a:r>
            <a:r>
              <a:rPr lang="it-IT" sz="1400" dirty="0"/>
              <a:t> per aggiornare informazioni del lettore (tipo sottoscrizione in </a:t>
            </a:r>
            <a:r>
              <a:rPr lang="it-IT" sz="1400" dirty="0" err="1"/>
              <a:t>ReaderBC</a:t>
            </a:r>
            <a:r>
              <a:rPr lang="it-IT" sz="1400" dirty="0"/>
              <a:t> - </a:t>
            </a:r>
            <a:r>
              <a:rPr lang="it-IT" sz="1400" dirty="0" err="1"/>
              <a:t>readOnly</a:t>
            </a:r>
            <a:r>
              <a:rPr lang="it-IT" sz="1400" dirty="0"/>
              <a:t>).</a:t>
            </a:r>
          </a:p>
        </p:txBody>
      </p:sp>
      <p:sp>
        <p:nvSpPr>
          <p:cNvPr id="256" name="Google Shape;256;p25">
            <a:extLst>
              <a:ext uri="{FF2B5EF4-FFF2-40B4-BE49-F238E27FC236}">
                <a16:creationId xmlns:a16="http://schemas.microsoft.com/office/drawing/2014/main" id="{A56D0886-AC15-DE65-25F5-73FC95191E91}"/>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3186029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A7465383-1974-FD26-F4B9-B6DD6A3946BB}"/>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EE213A65-DE78-9929-5388-6298C99F5023}"/>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Abbonamenti (Core </a:t>
            </a:r>
            <a:r>
              <a:rPr lang="it-IT" dirty="0" err="1"/>
              <a:t>Subdomain</a:t>
            </a:r>
            <a:r>
              <a:rPr lang="it-IT" dirty="0"/>
              <a:t>) → Subscription BC</a:t>
            </a:r>
            <a:endParaRPr dirty="0"/>
          </a:p>
        </p:txBody>
      </p:sp>
      <p:sp>
        <p:nvSpPr>
          <p:cNvPr id="255" name="Google Shape;255;p25">
            <a:extLst>
              <a:ext uri="{FF2B5EF4-FFF2-40B4-BE49-F238E27FC236}">
                <a16:creationId xmlns:a16="http://schemas.microsoft.com/office/drawing/2014/main" id="{A2F6CFFE-FF59-6774-CD71-4A817E262CAE}"/>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fontScale="92500" lnSpcReduction="10000"/>
          </a:bodyPr>
          <a:lstStyle/>
          <a:p>
            <a:pPr marL="146050" indent="0">
              <a:buNone/>
            </a:pPr>
            <a:r>
              <a:rPr lang="it-IT" sz="1400" b="1" dirty="0"/>
              <a:t>Responsabilità principali:</a:t>
            </a:r>
            <a:endParaRPr lang="it-IT" sz="1400" dirty="0"/>
          </a:p>
          <a:p>
            <a:r>
              <a:rPr lang="it-IT" sz="1400" dirty="0"/>
              <a:t>Gestire i piani di abbonamento e le sottoscrizioni degli utenti.</a:t>
            </a:r>
          </a:p>
          <a:p>
            <a:r>
              <a:rPr lang="it-IT" sz="1400" dirty="0"/>
              <a:t>Gestire scadenze, rinnovi e stato attivo/inattivo delle sottoscrizioni.</a:t>
            </a:r>
          </a:p>
          <a:p>
            <a:r>
              <a:rPr lang="it-IT" sz="1400" dirty="0"/>
              <a:t>Fornire dati e eventi a altri BC (Lending BC, </a:t>
            </a:r>
            <a:r>
              <a:rPr lang="it-IT" sz="1400" dirty="0" err="1"/>
              <a:t>Notifications</a:t>
            </a:r>
            <a:r>
              <a:rPr lang="it-IT" sz="1400" dirty="0"/>
              <a:t> BC) per la gestione dei prestiti e delle notifiche.</a:t>
            </a:r>
          </a:p>
          <a:p>
            <a:endParaRPr lang="it-IT" sz="1400" dirty="0"/>
          </a:p>
          <a:p>
            <a:pPr marL="146050" indent="0">
              <a:buNone/>
            </a:pPr>
            <a:r>
              <a:rPr lang="it-IT" sz="1400" b="1" dirty="0"/>
              <a:t>Relazioni principali:</a:t>
            </a:r>
            <a:endParaRPr lang="it-IT" sz="1400" dirty="0"/>
          </a:p>
          <a:p>
            <a:r>
              <a:rPr lang="it-IT" sz="1400" dirty="0"/>
              <a:t>Consultato da </a:t>
            </a:r>
            <a:r>
              <a:rPr lang="it-IT" sz="1400" b="1" dirty="0"/>
              <a:t>Lending BC</a:t>
            </a:r>
            <a:r>
              <a:rPr lang="it-IT" sz="1400" dirty="0"/>
              <a:t> per verificare abbonamento dei lettori.</a:t>
            </a:r>
          </a:p>
          <a:p>
            <a:r>
              <a:rPr lang="it-IT" sz="1400" dirty="0"/>
              <a:t>Pubblica eventi verso </a:t>
            </a:r>
            <a:r>
              <a:rPr lang="it-IT" sz="1400" b="1" dirty="0" err="1"/>
              <a:t>Notifications</a:t>
            </a:r>
            <a:r>
              <a:rPr lang="it-IT" sz="1400" b="1" dirty="0"/>
              <a:t> BC</a:t>
            </a:r>
            <a:r>
              <a:rPr lang="it-IT" sz="1400" dirty="0"/>
              <a:t> per comunicare aggiornamenti o scadenze degli abbonamenti.</a:t>
            </a:r>
          </a:p>
          <a:p>
            <a:r>
              <a:rPr lang="it-IT" sz="1400" dirty="0"/>
              <a:t>Può essere consultato da </a:t>
            </a:r>
            <a:r>
              <a:rPr lang="it-IT" sz="1400" b="1" dirty="0"/>
              <a:t>Reader BC</a:t>
            </a:r>
            <a:r>
              <a:rPr lang="it-IT" sz="1400" dirty="0"/>
              <a:t> per informazioni sullo stato dell’abbonamento dell’utente.</a:t>
            </a:r>
          </a:p>
        </p:txBody>
      </p:sp>
      <p:sp>
        <p:nvSpPr>
          <p:cNvPr id="256" name="Google Shape;256;p25">
            <a:extLst>
              <a:ext uri="{FF2B5EF4-FFF2-40B4-BE49-F238E27FC236}">
                <a16:creationId xmlns:a16="http://schemas.microsoft.com/office/drawing/2014/main" id="{466218F3-AFD9-81AA-5E5A-2564A948C272}"/>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277925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E990C939-0D6D-CF6F-3911-787F713FA1E1}"/>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3579BB1B-DEDE-54C3-2AD7-AF8D33B92E5B}"/>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Libreria Personale (Core </a:t>
            </a:r>
            <a:r>
              <a:rPr lang="it-IT" dirty="0" err="1"/>
              <a:t>Subdomain</a:t>
            </a:r>
            <a:r>
              <a:rPr lang="it-IT" dirty="0"/>
              <a:t>) → Personal Library BC</a:t>
            </a:r>
            <a:endParaRPr dirty="0"/>
          </a:p>
        </p:txBody>
      </p:sp>
      <p:sp>
        <p:nvSpPr>
          <p:cNvPr id="255" name="Google Shape;255;p25">
            <a:extLst>
              <a:ext uri="{FF2B5EF4-FFF2-40B4-BE49-F238E27FC236}">
                <a16:creationId xmlns:a16="http://schemas.microsoft.com/office/drawing/2014/main" id="{F7F4B724-97B8-AD26-99AF-A3016E0E44F8}"/>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Responsabilità principali:</a:t>
            </a:r>
            <a:endParaRPr lang="it-IT" sz="1400" dirty="0"/>
          </a:p>
          <a:p>
            <a:r>
              <a:rPr lang="it-IT" sz="1400" dirty="0"/>
              <a:t>Conoscere libri letti dal Lettore e stato di Ownership (libri acquistati </a:t>
            </a:r>
            <a:r>
              <a:rPr lang="it-IT" sz="1400" dirty="0">
                <a:sym typeface="Wingdings" panose="05000000000000000000" pitchFamily="2" charset="2"/>
              </a:rPr>
              <a:t> </a:t>
            </a:r>
            <a:r>
              <a:rPr lang="it-IT" sz="1400" dirty="0" err="1">
                <a:sym typeface="Wingdings" panose="05000000000000000000" pitchFamily="2" charset="2"/>
              </a:rPr>
              <a:t>Owned</a:t>
            </a:r>
            <a:r>
              <a:rPr lang="it-IT" sz="1400" dirty="0">
                <a:sym typeface="Wingdings" panose="05000000000000000000" pitchFamily="2" charset="2"/>
              </a:rPr>
              <a:t>, libri presi in prestito  lo stato può variare {</a:t>
            </a:r>
            <a:r>
              <a:rPr lang="it-IT" sz="1400" dirty="0" err="1">
                <a:sym typeface="Wingdings" panose="05000000000000000000" pitchFamily="2" charset="2"/>
              </a:rPr>
              <a:t>Ongoing</a:t>
            </a:r>
            <a:r>
              <a:rPr lang="it-IT" sz="1400" dirty="0">
                <a:sym typeface="Wingdings" panose="05000000000000000000" pitchFamily="2" charset="2"/>
              </a:rPr>
              <a:t>, </a:t>
            </a:r>
            <a:r>
              <a:rPr lang="it-IT" sz="1400" dirty="0" err="1">
                <a:sym typeface="Wingdings" panose="05000000000000000000" pitchFamily="2" charset="2"/>
              </a:rPr>
              <a:t>Ended</a:t>
            </a:r>
            <a:r>
              <a:rPr lang="it-IT" sz="1400" dirty="0">
                <a:sym typeface="Wingdings" panose="05000000000000000000" pitchFamily="2" charset="2"/>
              </a:rPr>
              <a:t>, Late}</a:t>
            </a:r>
            <a:r>
              <a:rPr lang="it-IT" sz="1400" dirty="0"/>
              <a:t>)</a:t>
            </a:r>
          </a:p>
          <a:p>
            <a:endParaRPr lang="it-IT" sz="1400" dirty="0"/>
          </a:p>
          <a:p>
            <a:endParaRPr lang="it-IT" sz="1400" dirty="0"/>
          </a:p>
          <a:p>
            <a:pPr marL="146050" indent="0">
              <a:buNone/>
            </a:pPr>
            <a:r>
              <a:rPr lang="it-IT" sz="1400" b="1" dirty="0"/>
              <a:t>Relazioni principali:</a:t>
            </a:r>
            <a:endParaRPr lang="it-IT" sz="1400" dirty="0"/>
          </a:p>
          <a:p>
            <a:r>
              <a:rPr lang="it-IT" sz="1400" dirty="0"/>
              <a:t>Consultato da </a:t>
            </a:r>
            <a:r>
              <a:rPr lang="it-IT" sz="1400" b="1" dirty="0"/>
              <a:t>Streaming BC</a:t>
            </a:r>
            <a:r>
              <a:rPr lang="it-IT" sz="1400" dirty="0"/>
              <a:t> per verificare ownership libri digitali.</a:t>
            </a:r>
          </a:p>
          <a:p>
            <a:r>
              <a:rPr lang="it-IT" sz="1400" dirty="0"/>
              <a:t>Ricevere eventi da Order BC e Lend BC per aggiungere libri e modificare stato Ownership</a:t>
            </a:r>
          </a:p>
        </p:txBody>
      </p:sp>
      <p:sp>
        <p:nvSpPr>
          <p:cNvPr id="256" name="Google Shape;256;p25">
            <a:extLst>
              <a:ext uri="{FF2B5EF4-FFF2-40B4-BE49-F238E27FC236}">
                <a16:creationId xmlns:a16="http://schemas.microsoft.com/office/drawing/2014/main" id="{64FD9DB1-1850-B195-9502-D4450AB6573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5871418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1A3CBCE-B2B9-BEB6-365A-48D94AA50EFA}"/>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C610C70F-DD37-4CB2-CA5B-02EF73AB1891}"/>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Recensioni e </a:t>
            </a:r>
            <a:r>
              <a:rPr lang="it-IT" dirty="0" err="1"/>
              <a:t>Topics</a:t>
            </a:r>
            <a:r>
              <a:rPr lang="it-IT" dirty="0"/>
              <a:t> (</a:t>
            </a:r>
            <a:r>
              <a:rPr lang="it-IT" dirty="0" err="1"/>
              <a:t>Supporting</a:t>
            </a:r>
            <a:r>
              <a:rPr lang="it-IT" dirty="0"/>
              <a:t> </a:t>
            </a:r>
            <a:r>
              <a:rPr lang="it-IT" dirty="0" err="1"/>
              <a:t>Subdomain</a:t>
            </a:r>
            <a:r>
              <a:rPr lang="it-IT" dirty="0"/>
              <a:t>) → </a:t>
            </a:r>
            <a:r>
              <a:rPr lang="it-IT" dirty="0" err="1"/>
              <a:t>CommunityContent</a:t>
            </a:r>
            <a:r>
              <a:rPr lang="it-IT" dirty="0"/>
              <a:t> BC</a:t>
            </a:r>
            <a:endParaRPr dirty="0"/>
          </a:p>
        </p:txBody>
      </p:sp>
      <p:sp>
        <p:nvSpPr>
          <p:cNvPr id="255" name="Google Shape;255;p25">
            <a:extLst>
              <a:ext uri="{FF2B5EF4-FFF2-40B4-BE49-F238E27FC236}">
                <a16:creationId xmlns:a16="http://schemas.microsoft.com/office/drawing/2014/main" id="{16715EAE-0504-081B-C9B8-647549CA2820}"/>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Responsabilità principali:</a:t>
            </a:r>
            <a:endParaRPr lang="it-IT" sz="1400" dirty="0"/>
          </a:p>
          <a:p>
            <a:r>
              <a:rPr lang="it-IT" sz="1400" dirty="0"/>
              <a:t>Gestire contenuti generati dagli utenti: recensioni e discussioni.</a:t>
            </a:r>
          </a:p>
          <a:p>
            <a:r>
              <a:rPr lang="it-IT" sz="1400" dirty="0"/>
              <a:t>Applicare regole di pubblicazione alle recensioni.</a:t>
            </a:r>
          </a:p>
          <a:p>
            <a:r>
              <a:rPr lang="it-IT" sz="1400" dirty="0"/>
              <a:t>Permettere moderazione dei contenuti da parte dei moderatori</a:t>
            </a:r>
          </a:p>
          <a:p>
            <a:r>
              <a:rPr lang="it-IT" sz="1400" dirty="0"/>
              <a:t>Fornire eventi e dati per notifiche e raccomandazioni.</a:t>
            </a:r>
          </a:p>
          <a:p>
            <a:endParaRPr lang="it-IT" sz="1400" dirty="0"/>
          </a:p>
          <a:p>
            <a:pPr marL="146050" indent="0">
              <a:buNone/>
            </a:pPr>
            <a:r>
              <a:rPr lang="it-IT" sz="1400" b="1" dirty="0"/>
              <a:t>Relazioni principali:</a:t>
            </a:r>
            <a:endParaRPr lang="it-IT" sz="1400" dirty="0"/>
          </a:p>
          <a:p>
            <a:r>
              <a:rPr lang="it-IT" sz="1400" dirty="0"/>
              <a:t>Consulta </a:t>
            </a:r>
            <a:r>
              <a:rPr lang="it-IT" sz="1400" b="1" dirty="0"/>
              <a:t>Reader BC</a:t>
            </a:r>
            <a:r>
              <a:rPr lang="it-IT" sz="1400" dirty="0"/>
              <a:t> per verificare logica di pubblicazione delle recensioni (lettore deve avere avuto il libro almeno da un giorno).</a:t>
            </a:r>
          </a:p>
          <a:p>
            <a:r>
              <a:rPr lang="it-IT" sz="1400" dirty="0"/>
              <a:t>Pubblica eventi verso </a:t>
            </a:r>
            <a:r>
              <a:rPr lang="it-IT" sz="1400" b="1" dirty="0" err="1"/>
              <a:t>Notifications</a:t>
            </a:r>
            <a:r>
              <a:rPr lang="it-IT" sz="1400" b="1" dirty="0"/>
              <a:t> BC</a:t>
            </a:r>
            <a:r>
              <a:rPr lang="it-IT" sz="1400" dirty="0"/>
              <a:t> per notificare i lettori.</a:t>
            </a:r>
          </a:p>
        </p:txBody>
      </p:sp>
      <p:sp>
        <p:nvSpPr>
          <p:cNvPr id="256" name="Google Shape;256;p25">
            <a:extLst>
              <a:ext uri="{FF2B5EF4-FFF2-40B4-BE49-F238E27FC236}">
                <a16:creationId xmlns:a16="http://schemas.microsoft.com/office/drawing/2014/main" id="{4BDFA184-EAD0-F1EE-A68F-BA16B60DC62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36203994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F0070656-7DBF-08EB-787D-5B01F9549E67}"/>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2228D4A0-6030-04B1-F339-BEAA4D0DBCE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lvl="0"/>
            <a:r>
              <a:rPr lang="it-IT" dirty="0"/>
              <a:t>Ordini (</a:t>
            </a:r>
            <a:r>
              <a:rPr lang="it-IT" dirty="0" err="1"/>
              <a:t>Supporting</a:t>
            </a:r>
            <a:r>
              <a:rPr lang="it-IT" dirty="0"/>
              <a:t> </a:t>
            </a:r>
            <a:r>
              <a:rPr lang="it-IT" dirty="0" err="1"/>
              <a:t>Subdomain</a:t>
            </a:r>
            <a:r>
              <a:rPr lang="it-IT" dirty="0"/>
              <a:t>) → </a:t>
            </a:r>
            <a:r>
              <a:rPr lang="it-IT" dirty="0" err="1"/>
              <a:t>Orders</a:t>
            </a:r>
            <a:r>
              <a:rPr lang="it-IT" dirty="0"/>
              <a:t> BC</a:t>
            </a:r>
            <a:endParaRPr dirty="0"/>
          </a:p>
        </p:txBody>
      </p:sp>
      <p:sp>
        <p:nvSpPr>
          <p:cNvPr id="255" name="Google Shape;255;p25">
            <a:extLst>
              <a:ext uri="{FF2B5EF4-FFF2-40B4-BE49-F238E27FC236}">
                <a16:creationId xmlns:a16="http://schemas.microsoft.com/office/drawing/2014/main" id="{BED8529F-EE4F-07B6-3FA6-8A53DD7B0247}"/>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lnSpcReduction="10000"/>
          </a:bodyPr>
          <a:lstStyle/>
          <a:p>
            <a:pPr marL="146050" indent="0">
              <a:buNone/>
            </a:pPr>
            <a:r>
              <a:rPr lang="it-IT" sz="1400" b="1" dirty="0"/>
              <a:t>Responsabilità principali:</a:t>
            </a:r>
            <a:endParaRPr lang="it-IT" sz="1400" dirty="0"/>
          </a:p>
          <a:p>
            <a:r>
              <a:rPr lang="it-IT" sz="1400" dirty="0"/>
              <a:t>Gestire il processo di acquisto dei libri: selezione, modalità di ritiro o spedizione, conferma dell’ordine.</a:t>
            </a:r>
          </a:p>
          <a:p>
            <a:r>
              <a:rPr lang="it-IT" sz="1400" dirty="0"/>
              <a:t>Calcolare importi totali e generare ordini pronti per la fatturazione.</a:t>
            </a:r>
          </a:p>
          <a:p>
            <a:r>
              <a:rPr lang="it-IT" sz="1400" dirty="0"/>
              <a:t>Conoscere storico ordini effettuati</a:t>
            </a:r>
          </a:p>
          <a:p>
            <a:pPr marL="146050" indent="0">
              <a:buNone/>
            </a:pPr>
            <a:endParaRPr lang="it-IT" sz="1400" b="1" dirty="0"/>
          </a:p>
          <a:p>
            <a:pPr marL="146050" indent="0">
              <a:buNone/>
            </a:pPr>
            <a:r>
              <a:rPr lang="it-IT" sz="1400" b="1" dirty="0"/>
              <a:t>Relazioni principali:</a:t>
            </a:r>
            <a:endParaRPr lang="it-IT" sz="1400" dirty="0"/>
          </a:p>
          <a:p>
            <a:r>
              <a:rPr lang="it-IT" sz="1400" dirty="0"/>
              <a:t>Consulta </a:t>
            </a:r>
            <a:r>
              <a:rPr lang="it-IT" sz="1400" b="1" dirty="0" err="1"/>
              <a:t>Catalog</a:t>
            </a:r>
            <a:r>
              <a:rPr lang="it-IT" sz="1400" b="1" dirty="0"/>
              <a:t> BC</a:t>
            </a:r>
            <a:r>
              <a:rPr lang="it-IT" sz="1400" dirty="0"/>
              <a:t> per il costo dei singoli prodotti da acquistare.</a:t>
            </a:r>
          </a:p>
          <a:p>
            <a:r>
              <a:rPr lang="it-IT" sz="1400" dirty="0"/>
              <a:t>Pubblica eventi verso </a:t>
            </a:r>
            <a:r>
              <a:rPr lang="it-IT" sz="1400" b="1" dirty="0"/>
              <a:t>Accounting BC</a:t>
            </a:r>
            <a:r>
              <a:rPr lang="it-IT" sz="1400" dirty="0"/>
              <a:t> per la creazione di fatture e gestione pagamenti (</a:t>
            </a:r>
            <a:r>
              <a:rPr lang="it-IT" dirty="0" err="1"/>
              <a:t>OrderConfirmed</a:t>
            </a:r>
            <a:r>
              <a:rPr lang="it-IT" sz="1400" dirty="0"/>
              <a:t>, </a:t>
            </a:r>
            <a:r>
              <a:rPr lang="it-IT" dirty="0" err="1"/>
              <a:t>PaymentRequested</a:t>
            </a:r>
            <a:r>
              <a:rPr lang="it-IT" sz="1400" dirty="0"/>
              <a:t>).</a:t>
            </a:r>
          </a:p>
          <a:p>
            <a:r>
              <a:rPr lang="it-IT" sz="1400" dirty="0"/>
              <a:t>Pubblica eventi verso </a:t>
            </a:r>
            <a:r>
              <a:rPr lang="it-IT" sz="1400" b="1" dirty="0" err="1"/>
              <a:t>Notifications</a:t>
            </a:r>
            <a:r>
              <a:rPr lang="it-IT" sz="1400" b="1" dirty="0"/>
              <a:t> BC</a:t>
            </a:r>
            <a:r>
              <a:rPr lang="it-IT" sz="1400" dirty="0"/>
              <a:t> per aggiornare gli utenti sullo stato dell’ordine.</a:t>
            </a:r>
          </a:p>
        </p:txBody>
      </p:sp>
      <p:sp>
        <p:nvSpPr>
          <p:cNvPr id="256" name="Google Shape;256;p25">
            <a:extLst>
              <a:ext uri="{FF2B5EF4-FFF2-40B4-BE49-F238E27FC236}">
                <a16:creationId xmlns:a16="http://schemas.microsoft.com/office/drawing/2014/main" id="{F60BD960-95DA-918D-B9DB-2CFDD70E498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779986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33D2FA2B-767D-9DBC-2D71-293921E6E2BB}"/>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3706782E-68D2-2E0E-784A-9D1B1DE94916}"/>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Pagamento (</a:t>
            </a:r>
            <a:r>
              <a:rPr lang="it-IT" dirty="0" err="1"/>
              <a:t>Generic</a:t>
            </a:r>
            <a:r>
              <a:rPr lang="it-IT" dirty="0"/>
              <a:t> </a:t>
            </a:r>
            <a:r>
              <a:rPr lang="it-IT" dirty="0" err="1"/>
              <a:t>Subdomain</a:t>
            </a:r>
            <a:r>
              <a:rPr lang="it-IT" dirty="0"/>
              <a:t>) → Accounting BC</a:t>
            </a:r>
            <a:endParaRPr dirty="0"/>
          </a:p>
        </p:txBody>
      </p:sp>
      <p:sp>
        <p:nvSpPr>
          <p:cNvPr id="255" name="Google Shape;255;p25">
            <a:extLst>
              <a:ext uri="{FF2B5EF4-FFF2-40B4-BE49-F238E27FC236}">
                <a16:creationId xmlns:a16="http://schemas.microsoft.com/office/drawing/2014/main" id="{C0FEB376-B7FE-DDC8-C491-D4A51852A5FC}"/>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Responsabilità principali:</a:t>
            </a:r>
            <a:endParaRPr lang="it-IT" sz="1400" dirty="0"/>
          </a:p>
          <a:p>
            <a:r>
              <a:rPr lang="it-IT" sz="1400" dirty="0"/>
              <a:t>Gestire fatture, pagamenti e transazioni finanziarie legate agli ordini e agli abbonamenti.</a:t>
            </a:r>
          </a:p>
          <a:p>
            <a:r>
              <a:rPr lang="it-IT" sz="1400" dirty="0"/>
              <a:t>Registrare e tracciare lo stato dei pagamenti (pagata, in sospeso, scaduta).</a:t>
            </a:r>
          </a:p>
          <a:p>
            <a:r>
              <a:rPr lang="it-IT" sz="1400" dirty="0"/>
              <a:t>Compliance a leggi nazionali</a:t>
            </a:r>
          </a:p>
          <a:p>
            <a:pPr marL="146050" indent="0">
              <a:buNone/>
            </a:pPr>
            <a:endParaRPr lang="it-IT" sz="1400" b="1" dirty="0"/>
          </a:p>
          <a:p>
            <a:pPr marL="146050" indent="0">
              <a:buNone/>
            </a:pPr>
            <a:r>
              <a:rPr lang="it-IT" sz="1400" b="1" dirty="0"/>
              <a:t>Relazioni principali:</a:t>
            </a:r>
            <a:endParaRPr lang="it-IT" sz="1400" dirty="0"/>
          </a:p>
          <a:p>
            <a:r>
              <a:rPr lang="it-IT" sz="1400" dirty="0"/>
              <a:t>Riceve eventi da </a:t>
            </a:r>
            <a:r>
              <a:rPr lang="it-IT" sz="1400" b="1" dirty="0"/>
              <a:t>Subscription BC</a:t>
            </a:r>
            <a:r>
              <a:rPr lang="it-IT" sz="1400" dirty="0"/>
              <a:t> per generare fatture di abbonamento.</a:t>
            </a:r>
          </a:p>
          <a:p>
            <a:r>
              <a:rPr lang="it-IT" sz="1400" dirty="0"/>
              <a:t>Riceve eventi da </a:t>
            </a:r>
            <a:r>
              <a:rPr lang="it-IT" sz="1400" b="1" dirty="0" err="1"/>
              <a:t>Orders</a:t>
            </a:r>
            <a:r>
              <a:rPr lang="it-IT" sz="1400" b="1" dirty="0"/>
              <a:t> BC</a:t>
            </a:r>
            <a:r>
              <a:rPr lang="it-IT" sz="1400" dirty="0"/>
              <a:t> per creare fatture sugli ordini di acquisto.</a:t>
            </a:r>
          </a:p>
          <a:p>
            <a:r>
              <a:rPr lang="it-IT" sz="1400" dirty="0"/>
              <a:t>Pubblica eventi verso </a:t>
            </a:r>
            <a:r>
              <a:rPr lang="it-IT" sz="1400" b="1" dirty="0" err="1"/>
              <a:t>Notifications</a:t>
            </a:r>
            <a:r>
              <a:rPr lang="it-IT" sz="1400" b="1" dirty="0"/>
              <a:t> BC</a:t>
            </a:r>
            <a:r>
              <a:rPr lang="it-IT" sz="1400" dirty="0"/>
              <a:t> per comunicare all’utente aggiornamenti su fatture o pagamenti</a:t>
            </a:r>
          </a:p>
        </p:txBody>
      </p:sp>
      <p:sp>
        <p:nvSpPr>
          <p:cNvPr id="256" name="Google Shape;256;p25">
            <a:extLst>
              <a:ext uri="{FF2B5EF4-FFF2-40B4-BE49-F238E27FC236}">
                <a16:creationId xmlns:a16="http://schemas.microsoft.com/office/drawing/2014/main" id="{CBCFEAB0-35E9-C2F3-EF6D-A8246109619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295619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A290AF2D-BCAB-EE48-68FF-E3A82929F0AA}"/>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118C0531-E4A3-24FC-C0D3-51B47CE3F67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Raccomandazioni (Core </a:t>
            </a:r>
            <a:r>
              <a:rPr lang="it-IT" dirty="0" err="1"/>
              <a:t>Subdomain</a:t>
            </a:r>
            <a:r>
              <a:rPr lang="it-IT" dirty="0"/>
              <a:t>) → </a:t>
            </a:r>
            <a:r>
              <a:rPr lang="it-IT" dirty="0" err="1"/>
              <a:t>Recomendations</a:t>
            </a:r>
            <a:r>
              <a:rPr lang="it-IT" dirty="0"/>
              <a:t> BC</a:t>
            </a:r>
            <a:endParaRPr dirty="0"/>
          </a:p>
        </p:txBody>
      </p:sp>
      <p:sp>
        <p:nvSpPr>
          <p:cNvPr id="255" name="Google Shape;255;p25">
            <a:extLst>
              <a:ext uri="{FF2B5EF4-FFF2-40B4-BE49-F238E27FC236}">
                <a16:creationId xmlns:a16="http://schemas.microsoft.com/office/drawing/2014/main" id="{982F8E2E-09FD-5DED-348C-8D0103CDAAD7}"/>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Responsabilità principali:</a:t>
            </a:r>
            <a:endParaRPr lang="it-IT" sz="1400" dirty="0"/>
          </a:p>
          <a:p>
            <a:r>
              <a:rPr lang="it-IT" sz="1400" dirty="0"/>
              <a:t>Generare suggerimenti di libri personalizzati per i lettori, basati su letture, recensioni o comportamenti passati.</a:t>
            </a:r>
          </a:p>
          <a:p>
            <a:pPr marL="146050" indent="0">
              <a:buNone/>
            </a:pPr>
            <a:endParaRPr lang="it-IT" sz="1400" dirty="0"/>
          </a:p>
          <a:p>
            <a:pPr marL="146050" indent="0">
              <a:buNone/>
            </a:pPr>
            <a:r>
              <a:rPr lang="it-IT" sz="1400" b="1" dirty="0"/>
              <a:t>Relazioni principali:</a:t>
            </a:r>
            <a:endParaRPr lang="it-IT" sz="1400" dirty="0"/>
          </a:p>
          <a:p>
            <a:r>
              <a:rPr lang="it-IT" sz="1400" dirty="0"/>
              <a:t>Riceve eventi da vari BC (Commerce, Lending, Readers, </a:t>
            </a:r>
            <a:r>
              <a:rPr lang="it-IT" sz="1400" dirty="0" err="1"/>
              <a:t>CommunityContent</a:t>
            </a:r>
            <a:r>
              <a:rPr lang="it-IT" sz="1400" dirty="0"/>
              <a:t> </a:t>
            </a:r>
            <a:r>
              <a:rPr lang="it-IT" sz="1400" dirty="0" err="1"/>
              <a:t>etc</a:t>
            </a:r>
            <a:r>
              <a:rPr lang="it-IT" sz="1400" dirty="0"/>
              <a:t>…) per migliorare i suggerimenti e </a:t>
            </a:r>
            <a:r>
              <a:rPr lang="it-IT" sz="1400" dirty="0" err="1"/>
              <a:t>personallizzarli</a:t>
            </a:r>
            <a:endParaRPr lang="it-IT" sz="1400" dirty="0"/>
          </a:p>
        </p:txBody>
      </p:sp>
      <p:sp>
        <p:nvSpPr>
          <p:cNvPr id="256" name="Google Shape;256;p25">
            <a:extLst>
              <a:ext uri="{FF2B5EF4-FFF2-40B4-BE49-F238E27FC236}">
                <a16:creationId xmlns:a16="http://schemas.microsoft.com/office/drawing/2014/main" id="{9D5ED28F-4E84-1C20-B45A-CE3BD3AC61B2}"/>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42561221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885FCD01-0E6C-BD2C-9152-BADBBAC14CA3}"/>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4329BB33-500B-A01C-E1D5-13F3F3C057D4}"/>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lvl="0"/>
            <a:r>
              <a:rPr lang="it-IT" dirty="0"/>
              <a:t>Inventario e logistica (</a:t>
            </a:r>
            <a:r>
              <a:rPr lang="it-IT" dirty="0" err="1"/>
              <a:t>Supporting</a:t>
            </a:r>
            <a:r>
              <a:rPr lang="it-IT" dirty="0"/>
              <a:t> </a:t>
            </a:r>
            <a:r>
              <a:rPr lang="it-IT" dirty="0" err="1"/>
              <a:t>Subdomain</a:t>
            </a:r>
            <a:r>
              <a:rPr lang="it-IT" dirty="0"/>
              <a:t>) → Inventory BC</a:t>
            </a:r>
            <a:endParaRPr dirty="0"/>
          </a:p>
        </p:txBody>
      </p:sp>
      <p:sp>
        <p:nvSpPr>
          <p:cNvPr id="255" name="Google Shape;255;p25">
            <a:extLst>
              <a:ext uri="{FF2B5EF4-FFF2-40B4-BE49-F238E27FC236}">
                <a16:creationId xmlns:a16="http://schemas.microsoft.com/office/drawing/2014/main" id="{BCFD4AFF-012E-32BF-9D05-335121055C54}"/>
              </a:ext>
            </a:extLst>
          </p:cNvPr>
          <p:cNvSpPr txBox="1">
            <a:spLocks noGrp="1"/>
          </p:cNvSpPr>
          <p:nvPr>
            <p:ph type="body" idx="1"/>
          </p:nvPr>
        </p:nvSpPr>
        <p:spPr>
          <a:xfrm>
            <a:off x="1048214" y="1397647"/>
            <a:ext cx="7288185" cy="2911200"/>
          </a:xfrm>
          <a:prstGeom prst="rect">
            <a:avLst/>
          </a:prstGeom>
        </p:spPr>
        <p:txBody>
          <a:bodyPr spcFirstLastPara="1" wrap="square" lIns="91425" tIns="91425" rIns="91425" bIns="91425" anchor="t" anchorCtr="0">
            <a:normAutofit/>
          </a:bodyPr>
          <a:lstStyle/>
          <a:p>
            <a:pPr marL="146050" indent="0">
              <a:buNone/>
            </a:pPr>
            <a:r>
              <a:rPr lang="it-IT" sz="1400" b="1" dirty="0"/>
              <a:t>Responsabilità principali:</a:t>
            </a:r>
            <a:endParaRPr lang="it-IT" sz="1400" dirty="0"/>
          </a:p>
          <a:p>
            <a:r>
              <a:rPr lang="it-IT" sz="1400" dirty="0"/>
              <a:t>Gestire copie fisiche dei libri non dedicate a : disponibilità, stato e ubicazione.</a:t>
            </a:r>
          </a:p>
          <a:p>
            <a:r>
              <a:rPr lang="it-IT" sz="1400" dirty="0"/>
              <a:t> aggiornamenti sullo stock.</a:t>
            </a:r>
          </a:p>
          <a:p>
            <a:endParaRPr lang="it-IT" sz="1400" dirty="0"/>
          </a:p>
          <a:p>
            <a:pPr marL="146050" indent="0">
              <a:buNone/>
            </a:pPr>
            <a:r>
              <a:rPr lang="it-IT" sz="1400" b="1" dirty="0"/>
              <a:t>Relazioni principali:</a:t>
            </a:r>
            <a:endParaRPr lang="it-IT" sz="1400" dirty="0"/>
          </a:p>
          <a:p>
            <a:r>
              <a:rPr lang="it-IT" sz="1400" dirty="0"/>
              <a:t>Consultato da </a:t>
            </a:r>
            <a:r>
              <a:rPr lang="it-IT" sz="1400" b="1" dirty="0"/>
              <a:t>Lending BC</a:t>
            </a:r>
            <a:r>
              <a:rPr lang="it-IT" sz="1400" dirty="0"/>
              <a:t> per riservare copie disponibili. (Customer-Supplier)</a:t>
            </a:r>
          </a:p>
          <a:p>
            <a:r>
              <a:rPr lang="it-IT" sz="1400" dirty="0"/>
              <a:t>Consultato da </a:t>
            </a:r>
            <a:r>
              <a:rPr lang="it-IT" sz="1400" b="1" dirty="0"/>
              <a:t>Commerce BC</a:t>
            </a:r>
            <a:r>
              <a:rPr lang="it-IT" sz="1400" dirty="0"/>
              <a:t> se serve verificare disponibilità per acquisti.</a:t>
            </a:r>
          </a:p>
        </p:txBody>
      </p:sp>
      <p:sp>
        <p:nvSpPr>
          <p:cNvPr id="256" name="Google Shape;256;p25">
            <a:extLst>
              <a:ext uri="{FF2B5EF4-FFF2-40B4-BE49-F238E27FC236}">
                <a16:creationId xmlns:a16="http://schemas.microsoft.com/office/drawing/2014/main" id="{F642B8CB-795F-406A-581A-8BD7D5656B1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2481516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4"/>
          <p:cNvSpPr txBox="1">
            <a:spLocks noGrp="1"/>
          </p:cNvSpPr>
          <p:nvPr>
            <p:ph type="title"/>
          </p:nvPr>
        </p:nvSpPr>
        <p:spPr>
          <a:xfrm>
            <a:off x="360553" y="2302138"/>
            <a:ext cx="32766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Overall </a:t>
            </a:r>
            <a:br>
              <a:rPr lang="en-US" dirty="0"/>
            </a:br>
            <a:r>
              <a:rPr lang="en-US" dirty="0"/>
              <a:t>Architecture </a:t>
            </a:r>
            <a:endParaRPr dirty="0"/>
          </a:p>
        </p:txBody>
      </p:sp>
      <p:sp>
        <p:nvSpPr>
          <p:cNvPr id="246" name="Google Shape;24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31</a:t>
            </a:fld>
            <a:endParaRPr/>
          </a:p>
        </p:txBody>
      </p:sp>
      <p:pic>
        <p:nvPicPr>
          <p:cNvPr id="3" name="Elemento grafico 2">
            <a:extLst>
              <a:ext uri="{FF2B5EF4-FFF2-40B4-BE49-F238E27FC236}">
                <a16:creationId xmlns:a16="http://schemas.microsoft.com/office/drawing/2014/main" id="{4323DBDB-7D16-E94A-B0E2-3CBF6907C8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65553" y="0"/>
            <a:ext cx="6055605"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3">
          <a:extLst>
            <a:ext uri="{FF2B5EF4-FFF2-40B4-BE49-F238E27FC236}">
              <a16:creationId xmlns:a16="http://schemas.microsoft.com/office/drawing/2014/main" id="{499BFBEE-3EA1-86B5-DB2A-7F3D0F40B8AB}"/>
            </a:ext>
          </a:extLst>
        </p:cNvPr>
        <p:cNvGrpSpPr/>
        <p:nvPr/>
      </p:nvGrpSpPr>
      <p:grpSpPr>
        <a:xfrm>
          <a:off x="0" y="0"/>
          <a:ext cx="0" cy="0"/>
          <a:chOff x="0" y="0"/>
          <a:chExt cx="0" cy="0"/>
        </a:xfrm>
      </p:grpSpPr>
      <p:sp>
        <p:nvSpPr>
          <p:cNvPr id="244" name="Google Shape;244;p24">
            <a:extLst>
              <a:ext uri="{FF2B5EF4-FFF2-40B4-BE49-F238E27FC236}">
                <a16:creationId xmlns:a16="http://schemas.microsoft.com/office/drawing/2014/main" id="{A460BB7F-648D-572F-A856-E5852811336F}"/>
              </a:ext>
            </a:extLst>
          </p:cNvPr>
          <p:cNvSpPr txBox="1">
            <a:spLocks noGrp="1"/>
          </p:cNvSpPr>
          <p:nvPr>
            <p:ph type="title"/>
          </p:nvPr>
        </p:nvSpPr>
        <p:spPr>
          <a:xfrm>
            <a:off x="1130231" y="482763"/>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err="1"/>
              <a:t>Comunicazione</a:t>
            </a:r>
            <a:r>
              <a:rPr lang="en-US" dirty="0"/>
              <a:t> </a:t>
            </a:r>
            <a:r>
              <a:rPr lang="en-US" dirty="0" err="1"/>
              <a:t>intraservizi</a:t>
            </a:r>
            <a:endParaRPr dirty="0"/>
          </a:p>
        </p:txBody>
      </p:sp>
      <p:sp>
        <p:nvSpPr>
          <p:cNvPr id="245" name="Google Shape;245;p24">
            <a:extLst>
              <a:ext uri="{FF2B5EF4-FFF2-40B4-BE49-F238E27FC236}">
                <a16:creationId xmlns:a16="http://schemas.microsoft.com/office/drawing/2014/main" id="{ABAD5044-CDBE-1CF8-592F-45F855A14202}"/>
              </a:ext>
            </a:extLst>
          </p:cNvPr>
          <p:cNvSpPr txBox="1">
            <a:spLocks noGrp="1"/>
          </p:cNvSpPr>
          <p:nvPr>
            <p:ph type="body" idx="1"/>
          </p:nvPr>
        </p:nvSpPr>
        <p:spPr>
          <a:xfrm>
            <a:off x="1297500" y="2145617"/>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it-IT" dirty="0"/>
              <a:t>Comunicazione Sincrona : REST</a:t>
            </a:r>
          </a:p>
          <a:p>
            <a:pPr marL="0" lvl="0" indent="0" algn="l" rtl="0">
              <a:spcBef>
                <a:spcPts val="0"/>
              </a:spcBef>
              <a:spcAft>
                <a:spcPts val="1200"/>
              </a:spcAft>
              <a:buNone/>
            </a:pPr>
            <a:r>
              <a:rPr lang="it-IT" dirty="0"/>
              <a:t>Comunicazione Asincrona : </a:t>
            </a:r>
            <a:r>
              <a:rPr lang="it-IT" dirty="0" err="1"/>
              <a:t>RabbitMQ</a:t>
            </a:r>
            <a:r>
              <a:rPr lang="it-IT" dirty="0"/>
              <a:t> </a:t>
            </a:r>
          </a:p>
          <a:p>
            <a:pPr marL="0" lvl="0" indent="0" algn="l" rtl="0">
              <a:spcBef>
                <a:spcPts val="0"/>
              </a:spcBef>
              <a:spcAft>
                <a:spcPts val="1200"/>
              </a:spcAft>
              <a:buNone/>
            </a:pPr>
            <a:r>
              <a:rPr lang="it-IT" dirty="0"/>
              <a:t>(vedere documentazione)</a:t>
            </a:r>
            <a:endParaRPr dirty="0"/>
          </a:p>
        </p:txBody>
      </p:sp>
      <p:sp>
        <p:nvSpPr>
          <p:cNvPr id="246" name="Google Shape;246;p24">
            <a:extLst>
              <a:ext uri="{FF2B5EF4-FFF2-40B4-BE49-F238E27FC236}">
                <a16:creationId xmlns:a16="http://schemas.microsoft.com/office/drawing/2014/main" id="{0843D74F-2C1B-F693-C924-7DB1BC8CA19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1079641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8D02F9-7390-2596-17B3-B52D55C8574A}"/>
              </a:ext>
            </a:extLst>
          </p:cNvPr>
          <p:cNvSpPr>
            <a:spLocks noGrp="1"/>
          </p:cNvSpPr>
          <p:nvPr>
            <p:ph type="title"/>
          </p:nvPr>
        </p:nvSpPr>
        <p:spPr/>
        <p:txBody>
          <a:bodyPr/>
          <a:lstStyle/>
          <a:p>
            <a:endParaRPr lang="it-IT"/>
          </a:p>
        </p:txBody>
      </p:sp>
      <p:sp>
        <p:nvSpPr>
          <p:cNvPr id="3" name="Segnaposto testo 2">
            <a:extLst>
              <a:ext uri="{FF2B5EF4-FFF2-40B4-BE49-F238E27FC236}">
                <a16:creationId xmlns:a16="http://schemas.microsoft.com/office/drawing/2014/main" id="{429A6AFA-3F72-C57F-5764-0BACAB0BCCB0}"/>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5CE971BB-D3D0-1122-3DBE-4FC7214F11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9004918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253">
          <a:extLst>
            <a:ext uri="{FF2B5EF4-FFF2-40B4-BE49-F238E27FC236}">
              <a16:creationId xmlns:a16="http://schemas.microsoft.com/office/drawing/2014/main" id="{F93B09A2-3779-D21C-590F-21BB5FC61E3C}"/>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7BDADB06-2940-CB94-A046-B2B3D9F8CC02}"/>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AUTH Service</a:t>
            </a:r>
            <a:endParaRPr dirty="0"/>
          </a:p>
        </p:txBody>
      </p:sp>
      <p:sp>
        <p:nvSpPr>
          <p:cNvPr id="255" name="Google Shape;255;p25">
            <a:extLst>
              <a:ext uri="{FF2B5EF4-FFF2-40B4-BE49-F238E27FC236}">
                <a16:creationId xmlns:a16="http://schemas.microsoft.com/office/drawing/2014/main" id="{CFEE5553-07D3-102B-4EEE-316D9BA66DC9}"/>
              </a:ext>
            </a:extLst>
          </p:cNvPr>
          <p:cNvSpPr txBox="1">
            <a:spLocks noGrp="1"/>
          </p:cNvSpPr>
          <p:nvPr>
            <p:ph type="body" idx="1"/>
          </p:nvPr>
        </p:nvSpPr>
        <p:spPr>
          <a:xfrm>
            <a:off x="64998" y="1397647"/>
            <a:ext cx="4695978" cy="29112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it-IT" dirty="0"/>
              <a:t>Authentication Service (</a:t>
            </a:r>
            <a:r>
              <a:rPr lang="it-IT" dirty="0" err="1"/>
              <a:t>Auth</a:t>
            </a:r>
            <a:r>
              <a:rPr lang="it-IT" dirty="0"/>
              <a:t> Service):</a:t>
            </a:r>
          </a:p>
          <a:p>
            <a:pPr marL="0" lvl="0" indent="0" algn="l" rtl="0">
              <a:spcBef>
                <a:spcPts val="0"/>
              </a:spcBef>
              <a:spcAft>
                <a:spcPts val="0"/>
              </a:spcAft>
              <a:buNone/>
            </a:pPr>
            <a:endParaRPr lang="it-IT" dirty="0"/>
          </a:p>
          <a:p>
            <a:pPr marL="0" lvl="0" indent="0" algn="l" rtl="0">
              <a:spcBef>
                <a:spcPts val="0"/>
              </a:spcBef>
              <a:spcAft>
                <a:spcPts val="0"/>
              </a:spcAft>
              <a:buNone/>
            </a:pPr>
            <a:r>
              <a:rPr lang="it-IT" sz="1100" dirty="0"/>
              <a:t>Gestisce l’identità e l’autenticazione degli utenti del sistema.</a:t>
            </a:r>
          </a:p>
          <a:p>
            <a:pPr marL="0" lvl="0" indent="0" algn="l" rtl="0">
              <a:spcBef>
                <a:spcPts val="0"/>
              </a:spcBef>
              <a:spcAft>
                <a:spcPts val="0"/>
              </a:spcAft>
              <a:buNone/>
            </a:pPr>
            <a:r>
              <a:rPr lang="it-IT" sz="1100" dirty="0"/>
              <a:t>Espone funzionalità di registrazione, login e gestione dei token di accesso (</a:t>
            </a:r>
            <a:r>
              <a:rPr lang="it-IT" sz="1100" dirty="0" err="1"/>
              <a:t>RefreshToken</a:t>
            </a:r>
            <a:r>
              <a:rPr lang="it-IT" sz="1100" dirty="0"/>
              <a:t>).</a:t>
            </a:r>
          </a:p>
          <a:p>
            <a:pPr marL="0" lvl="0" indent="0" algn="l" rtl="0">
              <a:spcBef>
                <a:spcPts val="0"/>
              </a:spcBef>
              <a:spcAft>
                <a:spcPts val="0"/>
              </a:spcAft>
              <a:buNone/>
            </a:pPr>
            <a:endParaRPr lang="it-IT" sz="1100" dirty="0"/>
          </a:p>
          <a:p>
            <a:pPr marL="0" lvl="0" indent="0" algn="l" rtl="0">
              <a:spcBef>
                <a:spcPts val="0"/>
              </a:spcBef>
              <a:spcAft>
                <a:spcPts val="0"/>
              </a:spcAft>
              <a:buNone/>
            </a:pPr>
            <a:r>
              <a:rPr lang="it-IT" sz="1100" dirty="0"/>
              <a:t>Oggetti principali:</a:t>
            </a:r>
          </a:p>
          <a:p>
            <a:pPr marL="171450" indent="-171450"/>
            <a:r>
              <a:rPr lang="it-IT" sz="1100" dirty="0"/>
              <a:t>User : identifica in modo univoco un utente con ruoli (lista), </a:t>
            </a:r>
            <a:r>
              <a:rPr lang="it-IT" sz="1100" dirty="0" err="1"/>
              <a:t>auth</a:t>
            </a:r>
            <a:r>
              <a:rPr lang="it-IT" sz="1100" dirty="0"/>
              <a:t> provider (o </a:t>
            </a:r>
            <a:r>
              <a:rPr lang="it-IT" sz="1100" dirty="0" err="1"/>
              <a:t>null</a:t>
            </a:r>
            <a:r>
              <a:rPr lang="it-IT" sz="1100" dirty="0"/>
              <a:t> nel caso registrazione senza) e stato di abilitazione.</a:t>
            </a:r>
          </a:p>
          <a:p>
            <a:pPr marL="171450" indent="-171450"/>
            <a:r>
              <a:rPr lang="it-IT" sz="1100" dirty="0" err="1"/>
              <a:t>RefreshToken</a:t>
            </a:r>
            <a:r>
              <a:rPr lang="it-IT" sz="1100" dirty="0"/>
              <a:t> : token di rinnovo associato a un utente, con scadenza definita.</a:t>
            </a:r>
          </a:p>
          <a:p>
            <a:pPr marL="171450" indent="-171450"/>
            <a:r>
              <a:rPr lang="it-IT" sz="1100" dirty="0" err="1"/>
              <a:t>UserRole</a:t>
            </a:r>
            <a:r>
              <a:rPr lang="it-IT" sz="1100" dirty="0"/>
              <a:t> e </a:t>
            </a:r>
            <a:r>
              <a:rPr lang="it-IT" sz="1100" dirty="0" err="1"/>
              <a:t>OAuthProvider</a:t>
            </a:r>
            <a:r>
              <a:rPr lang="it-IT" sz="1100" dirty="0"/>
              <a:t> (Value Object): definiscono rispettivamente i ruoli e i provider di autenticazione disponibili.</a:t>
            </a:r>
          </a:p>
          <a:p>
            <a:pPr marL="0" lvl="0" indent="0" algn="l" rtl="0">
              <a:spcBef>
                <a:spcPts val="0"/>
              </a:spcBef>
              <a:spcAft>
                <a:spcPts val="0"/>
              </a:spcAft>
              <a:buNone/>
            </a:pPr>
            <a:endParaRPr lang="it-IT" sz="1100" dirty="0"/>
          </a:p>
          <a:p>
            <a:pPr marL="0" lvl="0" indent="0" algn="l" rtl="0">
              <a:spcBef>
                <a:spcPts val="0"/>
              </a:spcBef>
              <a:spcAft>
                <a:spcPts val="0"/>
              </a:spcAft>
              <a:buNone/>
            </a:pPr>
            <a:r>
              <a:rPr lang="it-IT" sz="1100" dirty="0"/>
              <a:t>Una volta confermato un utente, invia un evento a Reader Service per creare il corrispondente lettore nel dominio “Reader”.</a:t>
            </a:r>
            <a:endParaRPr sz="1100" dirty="0"/>
          </a:p>
        </p:txBody>
      </p:sp>
      <p:sp>
        <p:nvSpPr>
          <p:cNvPr id="256" name="Google Shape;256;p25">
            <a:extLst>
              <a:ext uri="{FF2B5EF4-FFF2-40B4-BE49-F238E27FC236}">
                <a16:creationId xmlns:a16="http://schemas.microsoft.com/office/drawing/2014/main" id="{C6A87AB8-0F85-28D7-AB66-4911FABAA82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34</a:t>
            </a:fld>
            <a:endParaRPr/>
          </a:p>
        </p:txBody>
      </p:sp>
      <p:pic>
        <p:nvPicPr>
          <p:cNvPr id="3" name="Immagine 2" descr="Immagine che contiene testo, schermata, Carattere&#10;&#10;Il contenuto generato dall'IA potrebbe non essere corretto.">
            <a:extLst>
              <a:ext uri="{FF2B5EF4-FFF2-40B4-BE49-F238E27FC236}">
                <a16:creationId xmlns:a16="http://schemas.microsoft.com/office/drawing/2014/main" id="{71F4456E-52F1-12AE-B221-CB1A6397E13C}"/>
              </a:ext>
            </a:extLst>
          </p:cNvPr>
          <p:cNvPicPr>
            <a:picLocks noChangeAspect="1"/>
          </p:cNvPicPr>
          <p:nvPr/>
        </p:nvPicPr>
        <p:blipFill>
          <a:blip r:embed="rId3"/>
          <a:stretch>
            <a:fillRect/>
          </a:stretch>
        </p:blipFill>
        <p:spPr>
          <a:xfrm>
            <a:off x="4709922" y="561975"/>
            <a:ext cx="4476750" cy="4019550"/>
          </a:xfrm>
          <a:prstGeom prst="rect">
            <a:avLst/>
          </a:prstGeom>
        </p:spPr>
      </p:pic>
    </p:spTree>
    <p:extLst>
      <p:ext uri="{BB962C8B-B14F-4D97-AF65-F5344CB8AC3E}">
        <p14:creationId xmlns:p14="http://schemas.microsoft.com/office/powerpoint/2010/main" val="4010568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253">
          <a:extLst>
            <a:ext uri="{FF2B5EF4-FFF2-40B4-BE49-F238E27FC236}">
              <a16:creationId xmlns:a16="http://schemas.microsoft.com/office/drawing/2014/main" id="{344048DA-7F0C-1433-3386-B5E43387F729}"/>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1BC124D0-9BB7-BD39-1780-E6DFACD453D3}"/>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Reader Service</a:t>
            </a:r>
            <a:endParaRPr dirty="0"/>
          </a:p>
        </p:txBody>
      </p:sp>
      <p:sp>
        <p:nvSpPr>
          <p:cNvPr id="255" name="Google Shape;255;p25">
            <a:extLst>
              <a:ext uri="{FF2B5EF4-FFF2-40B4-BE49-F238E27FC236}">
                <a16:creationId xmlns:a16="http://schemas.microsoft.com/office/drawing/2014/main" id="{F1DDDF7E-7414-3E63-2B8D-62D6B03067C7}"/>
              </a:ext>
            </a:extLst>
          </p:cNvPr>
          <p:cNvSpPr txBox="1">
            <a:spLocks noGrp="1"/>
          </p:cNvSpPr>
          <p:nvPr>
            <p:ph type="body" idx="1"/>
          </p:nvPr>
        </p:nvSpPr>
        <p:spPr>
          <a:xfrm>
            <a:off x="64998" y="1583501"/>
            <a:ext cx="4438925" cy="2911200"/>
          </a:xfrm>
          <a:prstGeom prst="rect">
            <a:avLst/>
          </a:prstGeom>
        </p:spPr>
        <p:txBody>
          <a:bodyPr spcFirstLastPara="1" wrap="square" lIns="91425" tIns="91425" rIns="91425" bIns="91425" anchor="t" anchorCtr="0">
            <a:normAutofit/>
          </a:bodyPr>
          <a:lstStyle/>
          <a:p>
            <a:pPr marL="146050" indent="0">
              <a:buNone/>
            </a:pPr>
            <a:r>
              <a:rPr lang="it-IT" sz="1100" b="1" dirty="0"/>
              <a:t>Responsabilità principali:</a:t>
            </a:r>
          </a:p>
          <a:p>
            <a:pPr marL="146050" indent="0">
              <a:buNone/>
            </a:pPr>
            <a:endParaRPr lang="it-IT" sz="1100" dirty="0"/>
          </a:p>
          <a:p>
            <a:r>
              <a:rPr lang="it-IT" sz="1100" dirty="0"/>
              <a:t>Gestione dei lettori del sistema (registrazione automatica via </a:t>
            </a:r>
            <a:r>
              <a:rPr lang="it-IT" sz="1100" dirty="0" err="1"/>
              <a:t>Auth</a:t>
            </a:r>
            <a:r>
              <a:rPr lang="it-IT" sz="1100" dirty="0"/>
              <a:t> Service, profili, dati di contatto).</a:t>
            </a:r>
          </a:p>
          <a:p>
            <a:r>
              <a:rPr lang="it-IT" sz="1100" dirty="0"/>
              <a:t>Gestione della libreria personale del lettore, con informazioni su stato e formato dei libri posseduti o presi in prestito.</a:t>
            </a:r>
          </a:p>
          <a:p>
            <a:r>
              <a:rPr lang="it-IT" sz="1100" dirty="0"/>
              <a:t>Tenere traccia della sottoscrizione dell’utente e dei punti lettore (ottenibili interagendo con il sistema (recensioni, </a:t>
            </a:r>
            <a:r>
              <a:rPr lang="it-IT" sz="1100" dirty="0" err="1"/>
              <a:t>topic</a:t>
            </a:r>
            <a:r>
              <a:rPr lang="it-IT" sz="1100" dirty="0"/>
              <a:t>, eventi, acquisti e prestiti)).</a:t>
            </a:r>
          </a:p>
          <a:p>
            <a:pPr marL="0" lvl="0" indent="0" algn="l" rtl="0">
              <a:spcBef>
                <a:spcPts val="0"/>
              </a:spcBef>
              <a:spcAft>
                <a:spcPts val="0"/>
              </a:spcAft>
              <a:buNone/>
            </a:pPr>
            <a:endParaRPr sz="1100" dirty="0"/>
          </a:p>
        </p:txBody>
      </p:sp>
      <p:sp>
        <p:nvSpPr>
          <p:cNvPr id="256" name="Google Shape;256;p25">
            <a:extLst>
              <a:ext uri="{FF2B5EF4-FFF2-40B4-BE49-F238E27FC236}">
                <a16:creationId xmlns:a16="http://schemas.microsoft.com/office/drawing/2014/main" id="{21681AF6-90DE-58F1-03CD-A8817AFEE6E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35</a:t>
            </a:fld>
            <a:endParaRPr/>
          </a:p>
        </p:txBody>
      </p:sp>
      <p:pic>
        <p:nvPicPr>
          <p:cNvPr id="4" name="Immagine 3" descr="Immagine che contiene testo, schermata, Carattere, diagramma&#10;&#10;Il contenuto generato dall'IA potrebbe non essere corretto.">
            <a:extLst>
              <a:ext uri="{FF2B5EF4-FFF2-40B4-BE49-F238E27FC236}">
                <a16:creationId xmlns:a16="http://schemas.microsoft.com/office/drawing/2014/main" id="{00A0F83E-F214-FFE7-24CA-E07D035C4D32}"/>
              </a:ext>
            </a:extLst>
          </p:cNvPr>
          <p:cNvPicPr>
            <a:picLocks noChangeAspect="1"/>
          </p:cNvPicPr>
          <p:nvPr/>
        </p:nvPicPr>
        <p:blipFill>
          <a:blip r:embed="rId3"/>
          <a:stretch>
            <a:fillRect/>
          </a:stretch>
        </p:blipFill>
        <p:spPr>
          <a:xfrm>
            <a:off x="4640078" y="0"/>
            <a:ext cx="4503922" cy="5143500"/>
          </a:xfrm>
          <a:prstGeom prst="rect">
            <a:avLst/>
          </a:prstGeom>
        </p:spPr>
      </p:pic>
    </p:spTree>
    <p:extLst>
      <p:ext uri="{BB962C8B-B14F-4D97-AF65-F5344CB8AC3E}">
        <p14:creationId xmlns:p14="http://schemas.microsoft.com/office/powerpoint/2010/main" val="4268452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253">
          <a:extLst>
            <a:ext uri="{FF2B5EF4-FFF2-40B4-BE49-F238E27FC236}">
              <a16:creationId xmlns:a16="http://schemas.microsoft.com/office/drawing/2014/main" id="{4B379EA9-DFC3-B1C9-9620-1FA8048316FA}"/>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BDA9E4EE-3C2F-D305-AFAF-8716D049CE43}"/>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Reader Service</a:t>
            </a:r>
            <a:endParaRPr dirty="0"/>
          </a:p>
        </p:txBody>
      </p:sp>
      <p:sp>
        <p:nvSpPr>
          <p:cNvPr id="255" name="Google Shape;255;p25">
            <a:extLst>
              <a:ext uri="{FF2B5EF4-FFF2-40B4-BE49-F238E27FC236}">
                <a16:creationId xmlns:a16="http://schemas.microsoft.com/office/drawing/2014/main" id="{7C4A464D-B576-C725-3F84-2FD90A902C1F}"/>
              </a:ext>
            </a:extLst>
          </p:cNvPr>
          <p:cNvSpPr txBox="1">
            <a:spLocks noGrp="1"/>
          </p:cNvSpPr>
          <p:nvPr>
            <p:ph type="body" idx="1"/>
          </p:nvPr>
        </p:nvSpPr>
        <p:spPr>
          <a:xfrm>
            <a:off x="64998" y="1307850"/>
            <a:ext cx="4695978" cy="3835649"/>
          </a:xfrm>
          <a:prstGeom prst="rect">
            <a:avLst/>
          </a:prstGeom>
        </p:spPr>
        <p:txBody>
          <a:bodyPr spcFirstLastPara="1" wrap="square" lIns="91425" tIns="91425" rIns="91425" bIns="91425" anchor="t" anchorCtr="0">
            <a:normAutofit fontScale="92500" lnSpcReduction="10000"/>
          </a:bodyPr>
          <a:lstStyle/>
          <a:p>
            <a:pPr marL="146050" indent="0">
              <a:buNone/>
            </a:pPr>
            <a:r>
              <a:rPr lang="it-IT" b="1" dirty="0"/>
              <a:t>Oggetti principali:</a:t>
            </a:r>
            <a:endParaRPr lang="it-IT" dirty="0"/>
          </a:p>
          <a:p>
            <a:r>
              <a:rPr lang="it-IT" b="1" dirty="0"/>
              <a:t>Reader</a:t>
            </a:r>
            <a:r>
              <a:rPr lang="it-IT" dirty="0"/>
              <a:t>: identifica univocamente il lettore, contiene informazioni personali (nome, cognome, contatto, foto, descrizione) e stato dell’abbonamento.</a:t>
            </a:r>
          </a:p>
          <a:p>
            <a:r>
              <a:rPr lang="it-IT" b="1" dirty="0" err="1"/>
              <a:t>PersonalLibraryBookItem</a:t>
            </a:r>
            <a:r>
              <a:rPr lang="it-IT" b="1" dirty="0"/>
              <a:t> :</a:t>
            </a:r>
            <a:r>
              <a:rPr lang="it-IT" dirty="0"/>
              <a:t>rappresenta un libro nella libreria personale, con formato, periodo di possesso/noleggio e stato (</a:t>
            </a:r>
            <a:r>
              <a:rPr lang="it-IT" b="1" dirty="0" err="1"/>
              <a:t>BookOwnershipState</a:t>
            </a:r>
            <a:r>
              <a:rPr lang="it-IT" dirty="0"/>
              <a:t>) che indica se il libro è posseduto, in prestito, concluso o in ritardo (da riconsegnare).</a:t>
            </a:r>
          </a:p>
          <a:p>
            <a:r>
              <a:rPr lang="it-IT" b="1" dirty="0" err="1"/>
              <a:t>SubscriptionType</a:t>
            </a:r>
            <a:r>
              <a:rPr lang="it-IT" dirty="0"/>
              <a:t>: definisce il tipo di abbonamento del lettore .</a:t>
            </a:r>
          </a:p>
          <a:p>
            <a:pPr marL="146050" indent="0">
              <a:buNone/>
            </a:pPr>
            <a:endParaRPr lang="it-IT" dirty="0"/>
          </a:p>
          <a:p>
            <a:pPr marL="146050" indent="0">
              <a:buNone/>
            </a:pPr>
            <a:r>
              <a:rPr lang="it-IT" b="1" dirty="0"/>
              <a:t>Relazioni e dipendenze:</a:t>
            </a:r>
            <a:endParaRPr lang="it-IT" dirty="0"/>
          </a:p>
          <a:p>
            <a:r>
              <a:rPr lang="it-IT" dirty="0"/>
              <a:t>Il Reader è creato in seguito a un evento da </a:t>
            </a:r>
            <a:r>
              <a:rPr lang="it-IT" b="1" dirty="0" err="1"/>
              <a:t>Auth</a:t>
            </a:r>
            <a:r>
              <a:rPr lang="it-IT" b="1" dirty="0"/>
              <a:t> Service</a:t>
            </a:r>
            <a:r>
              <a:rPr lang="it-IT" dirty="0"/>
              <a:t> (UUID dell’utente).</a:t>
            </a:r>
          </a:p>
          <a:p>
            <a:r>
              <a:rPr lang="it-IT" dirty="0"/>
              <a:t>I libri nella libreria personale fanno riferimento a libri e formati del </a:t>
            </a:r>
            <a:r>
              <a:rPr lang="it-IT" b="1" dirty="0" err="1"/>
              <a:t>Catalog</a:t>
            </a:r>
            <a:r>
              <a:rPr lang="it-IT" b="1" dirty="0"/>
              <a:t> BC</a:t>
            </a:r>
            <a:r>
              <a:rPr lang="it-IT" dirty="0"/>
              <a:t> tramite ID (senza condividere il modello).</a:t>
            </a:r>
          </a:p>
        </p:txBody>
      </p:sp>
      <p:sp>
        <p:nvSpPr>
          <p:cNvPr id="256" name="Google Shape;256;p25">
            <a:extLst>
              <a:ext uri="{FF2B5EF4-FFF2-40B4-BE49-F238E27FC236}">
                <a16:creationId xmlns:a16="http://schemas.microsoft.com/office/drawing/2014/main" id="{C9AEB97D-01CB-F1E4-5D21-5351C8F3A00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36</a:t>
            </a:fld>
            <a:endParaRPr/>
          </a:p>
        </p:txBody>
      </p:sp>
      <p:pic>
        <p:nvPicPr>
          <p:cNvPr id="4" name="Immagine 3" descr="Immagine che contiene testo, schermata, Carattere, diagramma&#10;&#10;Il contenuto generato dall'IA potrebbe non essere corretto.">
            <a:extLst>
              <a:ext uri="{FF2B5EF4-FFF2-40B4-BE49-F238E27FC236}">
                <a16:creationId xmlns:a16="http://schemas.microsoft.com/office/drawing/2014/main" id="{C1085E2A-9D07-8B7F-DF38-C3790E56D41C}"/>
              </a:ext>
            </a:extLst>
          </p:cNvPr>
          <p:cNvPicPr>
            <a:picLocks noChangeAspect="1"/>
          </p:cNvPicPr>
          <p:nvPr/>
        </p:nvPicPr>
        <p:blipFill>
          <a:blip r:embed="rId3"/>
          <a:stretch>
            <a:fillRect/>
          </a:stretch>
        </p:blipFill>
        <p:spPr>
          <a:xfrm>
            <a:off x="4640078" y="0"/>
            <a:ext cx="4503922" cy="5143500"/>
          </a:xfrm>
          <a:prstGeom prst="rect">
            <a:avLst/>
          </a:prstGeom>
        </p:spPr>
      </p:pic>
    </p:spTree>
    <p:extLst>
      <p:ext uri="{BB962C8B-B14F-4D97-AF65-F5344CB8AC3E}">
        <p14:creationId xmlns:p14="http://schemas.microsoft.com/office/powerpoint/2010/main" val="3198867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253">
          <a:extLst>
            <a:ext uri="{FF2B5EF4-FFF2-40B4-BE49-F238E27FC236}">
              <a16:creationId xmlns:a16="http://schemas.microsoft.com/office/drawing/2014/main" id="{A53DF591-6B92-4C79-34C0-682D67C0778A}"/>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43CCAD64-79CC-2422-A2D7-C578AEC2F2E9}"/>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Catalog Service</a:t>
            </a:r>
            <a:endParaRPr dirty="0"/>
          </a:p>
        </p:txBody>
      </p:sp>
      <p:sp>
        <p:nvSpPr>
          <p:cNvPr id="255" name="Google Shape;255;p25">
            <a:extLst>
              <a:ext uri="{FF2B5EF4-FFF2-40B4-BE49-F238E27FC236}">
                <a16:creationId xmlns:a16="http://schemas.microsoft.com/office/drawing/2014/main" id="{20777469-0AC0-8B84-2CB4-160214795883}"/>
              </a:ext>
            </a:extLst>
          </p:cNvPr>
          <p:cNvSpPr txBox="1">
            <a:spLocks noGrp="1"/>
          </p:cNvSpPr>
          <p:nvPr>
            <p:ph type="body" idx="1"/>
          </p:nvPr>
        </p:nvSpPr>
        <p:spPr>
          <a:xfrm>
            <a:off x="64998" y="1107132"/>
            <a:ext cx="4575080" cy="3835649"/>
          </a:xfrm>
          <a:prstGeom prst="rect">
            <a:avLst/>
          </a:prstGeom>
        </p:spPr>
        <p:txBody>
          <a:bodyPr spcFirstLastPara="1" wrap="square" lIns="91425" tIns="91425" rIns="91425" bIns="91425" anchor="t" anchorCtr="0">
            <a:normAutofit/>
          </a:bodyPr>
          <a:lstStyle/>
          <a:p>
            <a:pPr marL="146050" indent="0">
              <a:buNone/>
            </a:pPr>
            <a:r>
              <a:rPr lang="it-IT" b="1" dirty="0"/>
              <a:t>Responsabilità</a:t>
            </a:r>
            <a:r>
              <a:rPr lang="it-IT" dirty="0"/>
              <a:t>:</a:t>
            </a:r>
          </a:p>
          <a:p>
            <a:r>
              <a:rPr lang="it-IT" dirty="0"/>
              <a:t>Gestione dei libri e dei formati disponibili, informazioni generali (titolo, autore, ISBN, descrizione, immagine, categorie)</a:t>
            </a:r>
          </a:p>
          <a:p>
            <a:r>
              <a:rPr lang="it-IT" dirty="0"/>
              <a:t>Disponibilità dei formati per acquisto o abbonamento.</a:t>
            </a:r>
          </a:p>
          <a:p>
            <a:r>
              <a:rPr lang="it-IT" dirty="0"/>
              <a:t>Segnalazione dei formati </a:t>
            </a:r>
            <a:r>
              <a:rPr lang="it-IT" b="1" dirty="0"/>
              <a:t>disponibili per il noleggio</a:t>
            </a:r>
            <a:r>
              <a:rPr lang="it-IT" dirty="0"/>
              <a:t> tramite evento verso Rental BC.</a:t>
            </a:r>
          </a:p>
        </p:txBody>
      </p:sp>
      <p:sp>
        <p:nvSpPr>
          <p:cNvPr id="256" name="Google Shape;256;p25">
            <a:extLst>
              <a:ext uri="{FF2B5EF4-FFF2-40B4-BE49-F238E27FC236}">
                <a16:creationId xmlns:a16="http://schemas.microsoft.com/office/drawing/2014/main" id="{4B67EA79-755B-EB5A-2FBB-57FDE2CF242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37</a:t>
            </a:fld>
            <a:endParaRPr/>
          </a:p>
        </p:txBody>
      </p:sp>
      <p:pic>
        <p:nvPicPr>
          <p:cNvPr id="3" name="Immagine 2" descr="Immagine che contiene testo, schermata, diagramma, Carattere&#10;&#10;Il contenuto generato dall'IA potrebbe non essere corretto.">
            <a:extLst>
              <a:ext uri="{FF2B5EF4-FFF2-40B4-BE49-F238E27FC236}">
                <a16:creationId xmlns:a16="http://schemas.microsoft.com/office/drawing/2014/main" id="{B020247B-DD7A-0947-E3D0-E306304B12F4}"/>
              </a:ext>
            </a:extLst>
          </p:cNvPr>
          <p:cNvPicPr>
            <a:picLocks noChangeAspect="1"/>
          </p:cNvPicPr>
          <p:nvPr/>
        </p:nvPicPr>
        <p:blipFill>
          <a:blip r:embed="rId3"/>
          <a:stretch>
            <a:fillRect/>
          </a:stretch>
        </p:blipFill>
        <p:spPr>
          <a:xfrm>
            <a:off x="719343" y="2802673"/>
            <a:ext cx="7183153" cy="2340826"/>
          </a:xfrm>
          <a:prstGeom prst="rect">
            <a:avLst/>
          </a:prstGeom>
        </p:spPr>
      </p:pic>
      <p:sp>
        <p:nvSpPr>
          <p:cNvPr id="6" name="Google Shape;255;p25">
            <a:extLst>
              <a:ext uri="{FF2B5EF4-FFF2-40B4-BE49-F238E27FC236}">
                <a16:creationId xmlns:a16="http://schemas.microsoft.com/office/drawing/2014/main" id="{DA3D3992-3AF6-8303-75D7-F708E7D3705F}"/>
              </a:ext>
            </a:extLst>
          </p:cNvPr>
          <p:cNvSpPr txBox="1">
            <a:spLocks/>
          </p:cNvSpPr>
          <p:nvPr/>
        </p:nvSpPr>
        <p:spPr>
          <a:xfrm>
            <a:off x="4559918" y="1107132"/>
            <a:ext cx="4575080" cy="3835649"/>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lt1"/>
              </a:buClr>
              <a:buSzPts val="1300"/>
              <a:buFont typeface="Lato"/>
              <a:buChar char="●"/>
              <a:defRPr sz="1300" b="0" i="0" u="none" strike="noStrike" cap="none">
                <a:solidFill>
                  <a:schemeClr val="lt1"/>
                </a:solidFill>
                <a:latin typeface="Lato"/>
                <a:ea typeface="Lato"/>
                <a:cs typeface="Lato"/>
                <a:sym typeface="Lato"/>
              </a:defRPr>
            </a:lvl1pPr>
            <a:lvl2pPr marL="914400" marR="0" lvl="1"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2pPr>
            <a:lvl3pPr marL="1371600" marR="0" lvl="2"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3pPr>
            <a:lvl4pPr marL="1828800" marR="0" lvl="3"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4pPr>
            <a:lvl5pPr marL="2286000" marR="0" lvl="4"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5pPr>
            <a:lvl6pPr marL="2743200" marR="0" lvl="5"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6pPr>
            <a:lvl7pPr marL="3200400" marR="0" lvl="6"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7pPr>
            <a:lvl8pPr marL="3657600" marR="0" lvl="7"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8pPr>
            <a:lvl9pPr marL="4114800" marR="0" lvl="8" indent="-298450" algn="l" rtl="0">
              <a:lnSpc>
                <a:spcPct val="115000"/>
              </a:lnSpc>
              <a:spcBef>
                <a:spcPts val="0"/>
              </a:spcBef>
              <a:spcAft>
                <a:spcPts val="0"/>
              </a:spcAft>
              <a:buClr>
                <a:schemeClr val="lt1"/>
              </a:buClr>
              <a:buSzPts val="1100"/>
              <a:buFont typeface="Lato"/>
              <a:buChar char="■"/>
              <a:defRPr sz="1100" b="0" i="0" u="none" strike="noStrike" cap="none">
                <a:solidFill>
                  <a:schemeClr val="lt1"/>
                </a:solidFill>
                <a:latin typeface="Lato"/>
                <a:ea typeface="Lato"/>
                <a:cs typeface="Lato"/>
                <a:sym typeface="Lato"/>
              </a:defRPr>
            </a:lvl9pPr>
          </a:lstStyle>
          <a:p>
            <a:pPr marL="146050" indent="0">
              <a:buFont typeface="Lato"/>
              <a:buNone/>
            </a:pPr>
            <a:r>
              <a:rPr lang="it-IT" b="1" dirty="0"/>
              <a:t>Oggetti principali</a:t>
            </a:r>
            <a:r>
              <a:rPr lang="it-IT" dirty="0"/>
              <a:t>:</a:t>
            </a:r>
          </a:p>
          <a:p>
            <a:r>
              <a:rPr lang="it-IT" b="1" dirty="0"/>
              <a:t>Book : </a:t>
            </a:r>
            <a:r>
              <a:rPr lang="it-IT" dirty="0"/>
              <a:t>identifica un libro, contiene informazioni generali e relazioni verso i formati.</a:t>
            </a:r>
          </a:p>
          <a:p>
            <a:r>
              <a:rPr lang="it-IT" b="1" dirty="0" err="1"/>
              <a:t>BookFormat</a:t>
            </a:r>
            <a:r>
              <a:rPr lang="it-IT" b="1" dirty="0"/>
              <a:t> </a:t>
            </a:r>
            <a:r>
              <a:rPr lang="it-IT" dirty="0"/>
              <a:t>: identifica il formato del libro (PHYSICAL, EBOOK, AUDIOBOOK, HARDCOVER, PAPERBACK), indica se disponibile per acquisto, abbonamento o noleggio.</a:t>
            </a:r>
          </a:p>
        </p:txBody>
      </p:sp>
    </p:spTree>
    <p:extLst>
      <p:ext uri="{BB962C8B-B14F-4D97-AF65-F5344CB8AC3E}">
        <p14:creationId xmlns:p14="http://schemas.microsoft.com/office/powerpoint/2010/main" val="2653241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253">
          <a:extLst>
            <a:ext uri="{FF2B5EF4-FFF2-40B4-BE49-F238E27FC236}">
              <a16:creationId xmlns:a16="http://schemas.microsoft.com/office/drawing/2014/main" id="{100A9EB8-4648-0002-AF6F-CC5B53B01710}"/>
            </a:ext>
          </a:extLst>
        </p:cNvPr>
        <p:cNvGrpSpPr/>
        <p:nvPr/>
      </p:nvGrpSpPr>
      <p:grpSpPr>
        <a:xfrm>
          <a:off x="0" y="0"/>
          <a:ext cx="0" cy="0"/>
          <a:chOff x="0" y="0"/>
          <a:chExt cx="0" cy="0"/>
        </a:xfrm>
      </p:grpSpPr>
      <p:sp>
        <p:nvSpPr>
          <p:cNvPr id="254" name="Google Shape;254;p25">
            <a:extLst>
              <a:ext uri="{FF2B5EF4-FFF2-40B4-BE49-F238E27FC236}">
                <a16:creationId xmlns:a16="http://schemas.microsoft.com/office/drawing/2014/main" id="{76FB0847-AC73-7906-BBE1-6CD650D49B2E}"/>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Catalog Service</a:t>
            </a:r>
            <a:endParaRPr dirty="0"/>
          </a:p>
        </p:txBody>
      </p:sp>
      <p:sp>
        <p:nvSpPr>
          <p:cNvPr id="255" name="Google Shape;255;p25">
            <a:extLst>
              <a:ext uri="{FF2B5EF4-FFF2-40B4-BE49-F238E27FC236}">
                <a16:creationId xmlns:a16="http://schemas.microsoft.com/office/drawing/2014/main" id="{29026A19-E3A0-52BC-A1A9-8B1385666550}"/>
              </a:ext>
            </a:extLst>
          </p:cNvPr>
          <p:cNvSpPr txBox="1">
            <a:spLocks noGrp="1"/>
          </p:cNvSpPr>
          <p:nvPr>
            <p:ph type="body" idx="1"/>
          </p:nvPr>
        </p:nvSpPr>
        <p:spPr>
          <a:xfrm>
            <a:off x="386576" y="1207491"/>
            <a:ext cx="8303941" cy="1695541"/>
          </a:xfrm>
          <a:prstGeom prst="rect">
            <a:avLst/>
          </a:prstGeom>
        </p:spPr>
        <p:txBody>
          <a:bodyPr spcFirstLastPara="1" wrap="square" lIns="91425" tIns="91425" rIns="91425" bIns="91425" anchor="t" anchorCtr="0">
            <a:normAutofit/>
          </a:bodyPr>
          <a:lstStyle/>
          <a:p>
            <a:pPr marL="146050" indent="0">
              <a:buNone/>
            </a:pPr>
            <a:r>
              <a:rPr lang="it-IT" b="1" dirty="0"/>
              <a:t>Coerenza tra </a:t>
            </a:r>
            <a:r>
              <a:rPr lang="it-IT" b="1" dirty="0" err="1"/>
              <a:t>Catalog</a:t>
            </a:r>
            <a:r>
              <a:rPr lang="it-IT" b="1" dirty="0"/>
              <a:t> e Rental (</a:t>
            </a:r>
            <a:r>
              <a:rPr lang="it-IT" b="1" dirty="0" err="1"/>
              <a:t>Conformist</a:t>
            </a:r>
            <a:r>
              <a:rPr lang="it-IT" b="1" dirty="0"/>
              <a:t> BC)</a:t>
            </a:r>
          </a:p>
          <a:p>
            <a:pPr marL="146050" indent="0">
              <a:buNone/>
            </a:pPr>
            <a:endParaRPr lang="it-IT" dirty="0"/>
          </a:p>
          <a:p>
            <a:pPr marL="146050" indent="0">
              <a:buNone/>
            </a:pPr>
            <a:r>
              <a:rPr lang="it-IT" dirty="0"/>
              <a:t>Quando un nuovo formato libro viene creato nel </a:t>
            </a:r>
            <a:r>
              <a:rPr lang="it-IT" dirty="0" err="1"/>
              <a:t>Catalog</a:t>
            </a:r>
            <a:r>
              <a:rPr lang="it-IT" dirty="0"/>
              <a:t>, se è destinato anche al noleggio o prestito, il </a:t>
            </a:r>
            <a:r>
              <a:rPr lang="it-IT" dirty="0" err="1"/>
              <a:t>Catalog</a:t>
            </a:r>
            <a:r>
              <a:rPr lang="it-IT" dirty="0"/>
              <a:t> fornisce a Rental l’ID del </a:t>
            </a:r>
            <a:r>
              <a:rPr lang="it-IT" dirty="0" err="1"/>
              <a:t>BookFormat</a:t>
            </a:r>
            <a:r>
              <a:rPr lang="it-IT" dirty="0"/>
              <a:t>. Rental utilizza questo ID per aggiungere il formato al proprio modello interno. Rental ha il completo controllo sulle logiche di prestito e noleggio.</a:t>
            </a:r>
          </a:p>
          <a:p>
            <a:pPr marL="146050" indent="0">
              <a:buNone/>
            </a:pPr>
            <a:endParaRPr lang="it-IT" dirty="0"/>
          </a:p>
        </p:txBody>
      </p:sp>
      <p:sp>
        <p:nvSpPr>
          <p:cNvPr id="256" name="Google Shape;256;p25">
            <a:extLst>
              <a:ext uri="{FF2B5EF4-FFF2-40B4-BE49-F238E27FC236}">
                <a16:creationId xmlns:a16="http://schemas.microsoft.com/office/drawing/2014/main" id="{A485108A-C938-8366-941F-8E877CCA6960}"/>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38</a:t>
            </a:fld>
            <a:endParaRPr/>
          </a:p>
        </p:txBody>
      </p:sp>
      <p:pic>
        <p:nvPicPr>
          <p:cNvPr id="3" name="Immagine 2" descr="Immagine che contiene testo, schermata, diagramma, Carattere&#10;&#10;Il contenuto generato dall'IA potrebbe non essere corretto.">
            <a:extLst>
              <a:ext uri="{FF2B5EF4-FFF2-40B4-BE49-F238E27FC236}">
                <a16:creationId xmlns:a16="http://schemas.microsoft.com/office/drawing/2014/main" id="{56A2AE36-1F68-0A8B-84C4-364A214D426F}"/>
              </a:ext>
            </a:extLst>
          </p:cNvPr>
          <p:cNvPicPr>
            <a:picLocks noChangeAspect="1"/>
          </p:cNvPicPr>
          <p:nvPr/>
        </p:nvPicPr>
        <p:blipFill>
          <a:blip r:embed="rId3"/>
          <a:stretch>
            <a:fillRect/>
          </a:stretch>
        </p:blipFill>
        <p:spPr>
          <a:xfrm>
            <a:off x="719343" y="2497873"/>
            <a:ext cx="7183153" cy="2630758"/>
          </a:xfrm>
          <a:prstGeom prst="rect">
            <a:avLst/>
          </a:prstGeom>
        </p:spPr>
      </p:pic>
    </p:spTree>
    <p:extLst>
      <p:ext uri="{BB962C8B-B14F-4D97-AF65-F5344CB8AC3E}">
        <p14:creationId xmlns:p14="http://schemas.microsoft.com/office/powerpoint/2010/main" val="34997756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263"/>
        <p:cNvGrpSpPr/>
        <p:nvPr/>
      </p:nvGrpSpPr>
      <p:grpSpPr>
        <a:xfrm>
          <a:off x="0" y="0"/>
          <a:ext cx="0" cy="0"/>
          <a:chOff x="0" y="0"/>
          <a:chExt cx="0" cy="0"/>
        </a:xfrm>
      </p:grpSpPr>
      <p:sp>
        <p:nvSpPr>
          <p:cNvPr id="264" name="Google Shape;264;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Lend Service</a:t>
            </a:r>
            <a:endParaRPr dirty="0"/>
          </a:p>
        </p:txBody>
      </p:sp>
      <p:sp>
        <p:nvSpPr>
          <p:cNvPr id="265" name="Google Shape;265;p26"/>
          <p:cNvSpPr txBox="1">
            <a:spLocks noGrp="1"/>
          </p:cNvSpPr>
          <p:nvPr>
            <p:ph type="body" idx="1"/>
          </p:nvPr>
        </p:nvSpPr>
        <p:spPr>
          <a:xfrm>
            <a:off x="248475" y="1546825"/>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t>Responsabilità:</a:t>
            </a:r>
            <a:endParaRPr/>
          </a:p>
          <a:p>
            <a:pPr marL="457200" lvl="0" indent="-311150" algn="l" rtl="0">
              <a:spcBef>
                <a:spcPts val="1200"/>
              </a:spcBef>
              <a:spcAft>
                <a:spcPts val="0"/>
              </a:spcAft>
              <a:buSzPts val="1300"/>
              <a:buChar char="-"/>
            </a:pPr>
            <a:r>
              <a:rPr lang="en-US"/>
              <a:t>Conoscere tutti i prestiti del sistema (sia attivi che terminati)</a:t>
            </a:r>
            <a:endParaRPr/>
          </a:p>
          <a:p>
            <a:pPr marL="457200" lvl="0" indent="-311150" algn="l" rtl="0">
              <a:spcBef>
                <a:spcPts val="0"/>
              </a:spcBef>
              <a:spcAft>
                <a:spcPts val="0"/>
              </a:spcAft>
              <a:buSzPts val="1300"/>
              <a:buChar char="-"/>
            </a:pPr>
            <a:r>
              <a:rPr lang="en-US"/>
              <a:t>Accorgersi quando prestito in scadenza</a:t>
            </a:r>
            <a:endParaRPr/>
          </a:p>
          <a:p>
            <a:pPr marL="457200" lvl="0" indent="-311150" algn="l" rtl="0">
              <a:spcBef>
                <a:spcPts val="0"/>
              </a:spcBef>
              <a:spcAft>
                <a:spcPts val="0"/>
              </a:spcAft>
              <a:buSzPts val="1300"/>
              <a:buChar char="-"/>
            </a:pPr>
            <a:r>
              <a:rPr lang="en-US"/>
              <a:t>Accorgersi quando prestito in scaduto</a:t>
            </a:r>
            <a:endParaRPr/>
          </a:p>
          <a:p>
            <a:pPr marL="457200" lvl="0" indent="-311150" algn="l" rtl="0">
              <a:spcBef>
                <a:spcPts val="0"/>
              </a:spcBef>
              <a:spcAft>
                <a:spcPts val="0"/>
              </a:spcAft>
              <a:buSzPts val="1300"/>
              <a:buChar char="-"/>
            </a:pPr>
            <a:r>
              <a:rPr lang="en-US"/>
              <a:t>Gestione dei prestiti (Creazione e restituzione))</a:t>
            </a:r>
            <a:endParaRPr/>
          </a:p>
        </p:txBody>
      </p:sp>
      <p:sp>
        <p:nvSpPr>
          <p:cNvPr id="266" name="Google Shape;266;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293"/>
        <p:cNvGrpSpPr/>
        <p:nvPr/>
      </p:nvGrpSpPr>
      <p:grpSpPr>
        <a:xfrm>
          <a:off x="0" y="0"/>
          <a:ext cx="0" cy="0"/>
          <a:chOff x="0" y="0"/>
          <a:chExt cx="0" cy="0"/>
        </a:xfrm>
      </p:grpSpPr>
      <p:sp>
        <p:nvSpPr>
          <p:cNvPr id="294" name="Google Shape;294;p2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a:t>Review Service</a:t>
            </a:r>
            <a:endParaRPr/>
          </a:p>
        </p:txBody>
      </p:sp>
      <p:sp>
        <p:nvSpPr>
          <p:cNvPr id="295" name="Google Shape;295;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40</a:t>
            </a:fld>
            <a:endParaRPr/>
          </a:p>
        </p:txBody>
      </p:sp>
      <p:sp>
        <p:nvSpPr>
          <p:cNvPr id="296" name="Google Shape;296;p29"/>
          <p:cNvSpPr txBox="1">
            <a:spLocks noGrp="1"/>
          </p:cNvSpPr>
          <p:nvPr>
            <p:ph type="body" idx="1"/>
          </p:nvPr>
        </p:nvSpPr>
        <p:spPr>
          <a:xfrm>
            <a:off x="200075" y="1567550"/>
            <a:ext cx="7038900" cy="29112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US"/>
              <a:t>Responsabilità:</a:t>
            </a:r>
            <a:endParaRPr/>
          </a:p>
          <a:p>
            <a:pPr marL="457200" lvl="0" indent="-317500" algn="l" rtl="0">
              <a:lnSpc>
                <a:spcPct val="100000"/>
              </a:lnSpc>
              <a:spcBef>
                <a:spcPts val="0"/>
              </a:spcBef>
              <a:spcAft>
                <a:spcPts val="0"/>
              </a:spcAft>
              <a:buClr>
                <a:srgbClr val="000000"/>
              </a:buClr>
              <a:buSzPts val="1400"/>
              <a:buFont typeface="Arial"/>
              <a:buChar char="-"/>
            </a:pPr>
            <a:r>
              <a:rPr lang="en-US"/>
              <a:t>-Conoscere recensioni di tutti i libri </a:t>
            </a:r>
            <a:endParaRPr/>
          </a:p>
          <a:p>
            <a:pPr marL="457200" lvl="0" indent="-317500" algn="l" rtl="0">
              <a:lnSpc>
                <a:spcPct val="100000"/>
              </a:lnSpc>
              <a:spcBef>
                <a:spcPts val="0"/>
              </a:spcBef>
              <a:spcAft>
                <a:spcPts val="0"/>
              </a:spcAft>
              <a:buClr>
                <a:srgbClr val="000000"/>
              </a:buClr>
              <a:buSzPts val="1400"/>
              <a:buFont typeface="Arial"/>
              <a:buChar char="-"/>
            </a:pPr>
            <a:r>
              <a:rPr lang="en-US"/>
              <a:t>-Calcolare valutazione media</a:t>
            </a:r>
            <a:endParaRPr/>
          </a:p>
          <a:p>
            <a:pPr marL="457200" lvl="0" indent="-317500" algn="l" rtl="0">
              <a:lnSpc>
                <a:spcPct val="100000"/>
              </a:lnSpc>
              <a:spcBef>
                <a:spcPts val="0"/>
              </a:spcBef>
              <a:spcAft>
                <a:spcPts val="0"/>
              </a:spcAft>
              <a:buClr>
                <a:srgbClr val="000000"/>
              </a:buClr>
              <a:buSzPts val="1400"/>
              <a:buFont typeface="Arial"/>
              <a:buChar char="-"/>
            </a:pPr>
            <a:r>
              <a:rPr lang="en-US"/>
              <a:t>- Gestire le recensioni (creaz,eliminazione)</a:t>
            </a:r>
            <a:endParaRPr/>
          </a:p>
          <a:p>
            <a:pPr marL="0" lvl="0" indent="0" algn="l" rtl="0">
              <a:spcBef>
                <a:spcPts val="0"/>
              </a:spcBef>
              <a:spcAft>
                <a:spcPts val="1200"/>
              </a:spcAft>
              <a:buNone/>
            </a:pPr>
            <a:endParaRPr/>
          </a:p>
        </p:txBody>
      </p:sp>
      <p:pic>
        <p:nvPicPr>
          <p:cNvPr id="297" name="Google Shape;297;p29" title="recens.png"/>
          <p:cNvPicPr preferRelativeResize="0"/>
          <p:nvPr/>
        </p:nvPicPr>
        <p:blipFill>
          <a:blip r:embed="rId3">
            <a:alphaModFix/>
          </a:blip>
          <a:stretch>
            <a:fillRect/>
          </a:stretch>
        </p:blipFill>
        <p:spPr>
          <a:xfrm>
            <a:off x="3562350" y="1009650"/>
            <a:ext cx="5581650" cy="3314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9146F0A6-8F0C-1E45-0EE9-F11411C2AADB}"/>
            </a:ext>
          </a:extLst>
        </p:cNvPr>
        <p:cNvGrpSpPr/>
        <p:nvPr/>
      </p:nvGrpSpPr>
      <p:grpSpPr>
        <a:xfrm>
          <a:off x="0" y="0"/>
          <a:ext cx="0" cy="0"/>
          <a:chOff x="0" y="0"/>
          <a:chExt cx="0" cy="0"/>
        </a:xfrm>
      </p:grpSpPr>
      <p:sp>
        <p:nvSpPr>
          <p:cNvPr id="314" name="Google Shape;314;p31">
            <a:extLst>
              <a:ext uri="{FF2B5EF4-FFF2-40B4-BE49-F238E27FC236}">
                <a16:creationId xmlns:a16="http://schemas.microsoft.com/office/drawing/2014/main" id="{B61E93C8-20D5-8678-5196-C0D46ADA0E7F}"/>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err="1"/>
              <a:t>Considerazioni</a:t>
            </a:r>
            <a:r>
              <a:rPr lang="en-US" dirty="0"/>
              <a:t> </a:t>
            </a:r>
            <a:r>
              <a:rPr lang="en-US" dirty="0" err="1"/>
              <a:t>finali</a:t>
            </a:r>
            <a:endParaRPr dirty="0"/>
          </a:p>
        </p:txBody>
      </p:sp>
      <p:sp>
        <p:nvSpPr>
          <p:cNvPr id="315" name="Google Shape;315;p31">
            <a:extLst>
              <a:ext uri="{FF2B5EF4-FFF2-40B4-BE49-F238E27FC236}">
                <a16:creationId xmlns:a16="http://schemas.microsoft.com/office/drawing/2014/main" id="{1D580C84-1F0A-7261-64FF-4FF6FE728E11}"/>
              </a:ext>
            </a:extLst>
          </p:cNvPr>
          <p:cNvSpPr txBox="1">
            <a:spLocks noGrp="1"/>
          </p:cNvSpPr>
          <p:nvPr>
            <p:ph type="body" idx="1"/>
          </p:nvPr>
        </p:nvSpPr>
        <p:spPr>
          <a:xfrm>
            <a:off x="975360" y="1409700"/>
            <a:ext cx="7437120" cy="3154680"/>
          </a:xfrm>
          <a:prstGeom prst="rect">
            <a:avLst/>
          </a:prstGeom>
        </p:spPr>
        <p:txBody>
          <a:bodyPr spcFirstLastPara="1" wrap="square" lIns="91425" tIns="91425" rIns="91425" bIns="91425" anchor="t" anchorCtr="0">
            <a:normAutofit/>
          </a:bodyPr>
          <a:lstStyle/>
          <a:p>
            <a:r>
              <a:rPr lang="it-IT" dirty="0"/>
              <a:t>avrei potuto usare Kafka al posto di </a:t>
            </a:r>
            <a:r>
              <a:rPr lang="it-IT" dirty="0" err="1"/>
              <a:t>RabbitMQ</a:t>
            </a:r>
            <a:r>
              <a:rPr lang="it-IT" dirty="0"/>
              <a:t> (cosi da dividere comunicazione end-to-end e </a:t>
            </a:r>
            <a:r>
              <a:rPr lang="it-IT" dirty="0" err="1"/>
              <a:t>publish</a:t>
            </a:r>
            <a:r>
              <a:rPr lang="it-IT" dirty="0"/>
              <a:t> </a:t>
            </a:r>
            <a:r>
              <a:rPr lang="it-IT" dirty="0" err="1"/>
              <a:t>subscribe</a:t>
            </a:r>
            <a:r>
              <a:rPr lang="it-IT" dirty="0"/>
              <a:t> anche </a:t>
            </a:r>
            <a:r>
              <a:rPr lang="it-IT" dirty="0" err="1"/>
              <a:t>infrastrutturalmente</a:t>
            </a:r>
            <a:r>
              <a:rPr lang="it-IT" dirty="0"/>
              <a:t>) per quanto riguarda </a:t>
            </a:r>
            <a:r>
              <a:rPr lang="it-IT" dirty="0" err="1"/>
              <a:t>notifications</a:t>
            </a:r>
            <a:r>
              <a:rPr lang="it-IT" dirty="0"/>
              <a:t> e </a:t>
            </a:r>
            <a:r>
              <a:rPr lang="it-IT" dirty="0" err="1"/>
              <a:t>logging</a:t>
            </a:r>
            <a:r>
              <a:rPr lang="it-IT" dirty="0"/>
              <a:t> (durante la progettazione non lo avevo ancora affrontato) </a:t>
            </a:r>
          </a:p>
          <a:p>
            <a:endParaRPr lang="it-IT" dirty="0"/>
          </a:p>
          <a:p>
            <a:r>
              <a:rPr lang="it-IT" dirty="0"/>
              <a:t>Molti servizi sono in uno stato </a:t>
            </a:r>
            <a:r>
              <a:rPr lang="it-IT"/>
              <a:t>early, </a:t>
            </a:r>
            <a:r>
              <a:rPr lang="it-IT" dirty="0"/>
              <a:t>invece che </a:t>
            </a:r>
            <a:r>
              <a:rPr lang="it-IT" dirty="0" err="1"/>
              <a:t>mockato</a:t>
            </a:r>
            <a:r>
              <a:rPr lang="it-IT" dirty="0"/>
              <a:t> perché il planning e gli obiettivi di progetto   sono stati ridimensionati (e stravolti) da vari eventi</a:t>
            </a:r>
          </a:p>
          <a:p>
            <a:endParaRPr lang="it-IT" dirty="0"/>
          </a:p>
          <a:p>
            <a:r>
              <a:rPr lang="it-IT" dirty="0"/>
              <a:t>Problemi AGILE {no team} e caduta in over-</a:t>
            </a:r>
            <a:r>
              <a:rPr lang="it-IT" dirty="0" err="1"/>
              <a:t>designing</a:t>
            </a:r>
            <a:endParaRPr lang="it-IT" dirty="0"/>
          </a:p>
          <a:p>
            <a:endParaRPr lang="it-IT" dirty="0"/>
          </a:p>
          <a:p>
            <a:endParaRPr dirty="0"/>
          </a:p>
        </p:txBody>
      </p:sp>
      <p:sp>
        <p:nvSpPr>
          <p:cNvPr id="316" name="Google Shape;316;p31">
            <a:extLst>
              <a:ext uri="{FF2B5EF4-FFF2-40B4-BE49-F238E27FC236}">
                <a16:creationId xmlns:a16="http://schemas.microsoft.com/office/drawing/2014/main" id="{E77A3542-266A-B9EB-F6A0-B1B5F1FF0FE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975003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7EE2A115-0CC4-C014-1023-413639C73944}"/>
            </a:ext>
          </a:extLst>
        </p:cNvPr>
        <p:cNvGrpSpPr/>
        <p:nvPr/>
      </p:nvGrpSpPr>
      <p:grpSpPr>
        <a:xfrm>
          <a:off x="0" y="0"/>
          <a:ext cx="0" cy="0"/>
          <a:chOff x="0" y="0"/>
          <a:chExt cx="0" cy="0"/>
        </a:xfrm>
      </p:grpSpPr>
      <p:sp>
        <p:nvSpPr>
          <p:cNvPr id="314" name="Google Shape;314;p31">
            <a:extLst>
              <a:ext uri="{FF2B5EF4-FFF2-40B4-BE49-F238E27FC236}">
                <a16:creationId xmlns:a16="http://schemas.microsoft.com/office/drawing/2014/main" id="{7AE3CB34-25C6-F3CB-A478-DADD537A3C1F}"/>
              </a:ext>
            </a:extLst>
          </p:cNvPr>
          <p:cNvSpPr txBox="1">
            <a:spLocks noGrp="1"/>
          </p:cNvSpPr>
          <p:nvPr>
            <p:ph type="title"/>
          </p:nvPr>
        </p:nvSpPr>
        <p:spPr>
          <a:xfrm>
            <a:off x="275062" y="2233386"/>
            <a:ext cx="3362957"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IT" dirty="0"/>
              <a:t>Project Timeline</a:t>
            </a:r>
            <a:br>
              <a:rPr lang="it-IT" dirty="0"/>
            </a:br>
            <a:r>
              <a:rPr lang="it-IT" dirty="0"/>
              <a:t>(grossolana)</a:t>
            </a:r>
          </a:p>
        </p:txBody>
      </p:sp>
      <p:sp>
        <p:nvSpPr>
          <p:cNvPr id="316" name="Google Shape;316;p31">
            <a:extLst>
              <a:ext uri="{FF2B5EF4-FFF2-40B4-BE49-F238E27FC236}">
                <a16:creationId xmlns:a16="http://schemas.microsoft.com/office/drawing/2014/main" id="{18D49BA7-77BA-1851-B425-8735FB94643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smtClean="0"/>
              <a:t>42</a:t>
            </a:fld>
            <a:endParaRPr lang="en-US"/>
          </a:p>
        </p:txBody>
      </p:sp>
      <p:pic>
        <p:nvPicPr>
          <p:cNvPr id="8" name="Immagine 7" descr="Immagine che contiene testo, schermata, diagramma, linea&#10;&#10;Il contenuto generato dall'IA potrebbe non essere corretto.">
            <a:extLst>
              <a:ext uri="{FF2B5EF4-FFF2-40B4-BE49-F238E27FC236}">
                <a16:creationId xmlns:a16="http://schemas.microsoft.com/office/drawing/2014/main" id="{C57F5F63-6A56-18E4-B612-7385CED4F773}"/>
              </a:ext>
            </a:extLst>
          </p:cNvPr>
          <p:cNvPicPr>
            <a:picLocks noChangeAspect="1"/>
          </p:cNvPicPr>
          <p:nvPr/>
        </p:nvPicPr>
        <p:blipFill>
          <a:blip r:embed="rId3"/>
          <a:stretch>
            <a:fillRect/>
          </a:stretch>
        </p:blipFill>
        <p:spPr>
          <a:xfrm>
            <a:off x="3787667" y="0"/>
            <a:ext cx="5325111" cy="5143500"/>
          </a:xfrm>
          <a:prstGeom prst="rect">
            <a:avLst/>
          </a:prstGeom>
        </p:spPr>
      </p:pic>
    </p:spTree>
    <p:extLst>
      <p:ext uri="{BB962C8B-B14F-4D97-AF65-F5344CB8AC3E}">
        <p14:creationId xmlns:p14="http://schemas.microsoft.com/office/powerpoint/2010/main" val="33677253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2"/>
          <p:cNvSpPr txBox="1">
            <a:spLocks noGrp="1"/>
          </p:cNvSpPr>
          <p:nvPr>
            <p:ph type="ctrTitle"/>
          </p:nvPr>
        </p:nvSpPr>
        <p:spPr>
          <a:xfrm>
            <a:off x="3493000" y="2053025"/>
            <a:ext cx="5017500" cy="15789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US" sz="7200" b="1">
                <a:solidFill>
                  <a:srgbClr val="F9CB9C"/>
                </a:solidFill>
                <a:latin typeface="Nunito"/>
                <a:ea typeface="Nunito"/>
                <a:cs typeface="Nunito"/>
                <a:sym typeface="Nunito"/>
              </a:rPr>
              <a:t>Thank You</a:t>
            </a:r>
            <a:endParaRPr sz="7200">
              <a:solidFill>
                <a:srgbClr val="F9CB9C"/>
              </a:solidFill>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4886</TotalTime>
  <Words>3367</Words>
  <Application>Microsoft Office PowerPoint</Application>
  <PresentationFormat>Presentazione su schermo (16:9)</PresentationFormat>
  <Paragraphs>430</Paragraphs>
  <Slides>43</Slides>
  <Notes>39</Notes>
  <HiddenSlides>10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43</vt:i4>
      </vt:variant>
    </vt:vector>
  </HeadingPairs>
  <TitlesOfParts>
    <vt:vector size="50" baseType="lpstr">
      <vt:lpstr>Times New Roman</vt:lpstr>
      <vt:lpstr>Lato</vt:lpstr>
      <vt:lpstr>Arial</vt:lpstr>
      <vt:lpstr>Wingdings</vt:lpstr>
      <vt:lpstr>Montserrat</vt:lpstr>
      <vt:lpstr>Nunito</vt:lpstr>
      <vt:lpstr>Focus</vt:lpstr>
      <vt:lpstr>Book2Go Gabriele Banchio</vt:lpstr>
      <vt:lpstr>Obiettivi </vt:lpstr>
      <vt:lpstr>User stories - Prestito   </vt:lpstr>
      <vt:lpstr>User stories - Consegna   </vt:lpstr>
      <vt:lpstr>User stories – Nuovi arrivi  </vt:lpstr>
      <vt:lpstr>Agile - Nuovi arrivi  </vt:lpstr>
      <vt:lpstr>User stories - Recensioni guida  </vt:lpstr>
      <vt:lpstr>User stories - Topics  </vt:lpstr>
      <vt:lpstr>Presentazione standard di PowerPoint</vt:lpstr>
      <vt:lpstr>CRC cards / DDD strategico</vt:lpstr>
      <vt:lpstr>Modifiche da Project Review 2</vt:lpstr>
      <vt:lpstr>Modifiche da Project Review 2</vt:lpstr>
      <vt:lpstr>Modifiche da Project Review 2</vt:lpstr>
      <vt:lpstr>Modifiche da Project Review 2</vt:lpstr>
      <vt:lpstr>Librerie (Supporting Subdomain) → LibraryManagement BC</vt:lpstr>
      <vt:lpstr>BookSession (Supporting Subdomain) → BookSession BC</vt:lpstr>
      <vt:lpstr>Catalogo (Core/Supporting Subdomain) → Catalog BC</vt:lpstr>
      <vt:lpstr>Streaming (Core Subdomain) → Streaming BC</vt:lpstr>
      <vt:lpstr>Immagini (generic Subdomain) → Images BC</vt:lpstr>
      <vt:lpstr>Streaming (Core Subdomain) → Streaming BC</vt:lpstr>
      <vt:lpstr>Prestiti (Core Subdomain) → Lending BC </vt:lpstr>
      <vt:lpstr>Autenticazione (Generic Subdomain) → Authentication BC</vt:lpstr>
      <vt:lpstr>Lettore (Supporting Subdomain) → Reader BC</vt:lpstr>
      <vt:lpstr>Abbonamenti (Core Subdomain) → Subscription BC</vt:lpstr>
      <vt:lpstr>Libreria Personale (Core Subdomain) → Personal Library BC</vt:lpstr>
      <vt:lpstr>Recensioni e Topics (Supporting Subdomain) → CommunityContent BC</vt:lpstr>
      <vt:lpstr>Ordini (Supporting Subdomain) → Orders BC</vt:lpstr>
      <vt:lpstr>Pagamento (Generic Subdomain) → Accounting BC</vt:lpstr>
      <vt:lpstr>Raccomandazioni (Core Subdomain) → Recomendations BC</vt:lpstr>
      <vt:lpstr>Inventario e logistica (Supporting Subdomain) → Inventory BC</vt:lpstr>
      <vt:lpstr>Overall  Architecture </vt:lpstr>
      <vt:lpstr>Comunicazione intraservizi</vt:lpstr>
      <vt:lpstr>Presentazione standard di PowerPoint</vt:lpstr>
      <vt:lpstr>AUTH Service</vt:lpstr>
      <vt:lpstr>Reader Service</vt:lpstr>
      <vt:lpstr>Reader Service</vt:lpstr>
      <vt:lpstr>Catalog Service</vt:lpstr>
      <vt:lpstr>Catalog Service</vt:lpstr>
      <vt:lpstr>Lend Service</vt:lpstr>
      <vt:lpstr>Review Service</vt:lpstr>
      <vt:lpstr>Considerazioni finali</vt:lpstr>
      <vt:lpstr>Project Timeline (grossolana)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Gabriele Banchio</cp:lastModifiedBy>
  <cp:revision>17</cp:revision>
  <dcterms:modified xsi:type="dcterms:W3CDTF">2026-01-12T18:47:13Z</dcterms:modified>
</cp:coreProperties>
</file>